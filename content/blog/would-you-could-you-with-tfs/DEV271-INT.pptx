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3" r:id="rId1"/>
    <p:sldMasterId id="2147483718" r:id="rId2"/>
  </p:sldMasterIdLst>
  <p:notesMasterIdLst>
    <p:notesMasterId r:id="rId35"/>
  </p:notesMasterIdLst>
  <p:handoutMasterIdLst>
    <p:handoutMasterId r:id="rId36"/>
  </p:handoutMasterIdLst>
  <p:sldIdLst>
    <p:sldId id="319" r:id="rId3"/>
    <p:sldId id="322" r:id="rId4"/>
    <p:sldId id="324" r:id="rId5"/>
    <p:sldId id="326" r:id="rId6"/>
    <p:sldId id="327" r:id="rId7"/>
    <p:sldId id="328" r:id="rId8"/>
    <p:sldId id="325" r:id="rId9"/>
    <p:sldId id="338" r:id="rId10"/>
    <p:sldId id="385" r:id="rId11"/>
    <p:sldId id="341" r:id="rId12"/>
    <p:sldId id="334" r:id="rId13"/>
    <p:sldId id="336" r:id="rId14"/>
    <p:sldId id="335" r:id="rId15"/>
    <p:sldId id="386" r:id="rId16"/>
    <p:sldId id="387" r:id="rId17"/>
    <p:sldId id="388" r:id="rId18"/>
    <p:sldId id="389" r:id="rId19"/>
    <p:sldId id="390" r:id="rId20"/>
    <p:sldId id="360" r:id="rId21"/>
    <p:sldId id="373" r:id="rId22"/>
    <p:sldId id="371" r:id="rId23"/>
    <p:sldId id="372" r:id="rId24"/>
    <p:sldId id="374" r:id="rId25"/>
    <p:sldId id="375" r:id="rId26"/>
    <p:sldId id="391" r:id="rId27"/>
    <p:sldId id="392" r:id="rId28"/>
    <p:sldId id="393" r:id="rId29"/>
    <p:sldId id="381" r:id="rId30"/>
    <p:sldId id="383" r:id="rId31"/>
    <p:sldId id="384" r:id="rId32"/>
    <p:sldId id="382" r:id="rId33"/>
    <p:sldId id="337" r:id="rId34"/>
  </p:sldIdLst>
  <p:sldSz cx="12188825" cy="6858000"/>
  <p:notesSz cx="6858000" cy="9144000"/>
  <p:defaultTex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C2F1"/>
    <a:srgbClr val="FFFFFF"/>
    <a:srgbClr val="000000"/>
    <a:srgbClr val="429A16"/>
    <a:srgbClr val="F8F57B"/>
    <a:srgbClr val="59D01E"/>
    <a:srgbClr val="ACE58F"/>
    <a:srgbClr val="292929"/>
    <a:srgbClr val="333333"/>
    <a:srgbClr val="F6AE1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817" autoAdjust="0"/>
    <p:restoredTop sz="72276" autoAdjust="0"/>
  </p:normalViewPr>
  <p:slideViewPr>
    <p:cSldViewPr snapToGrid="0">
      <p:cViewPr varScale="1">
        <p:scale>
          <a:sx n="67" d="100"/>
          <a:sy n="67" d="100"/>
        </p:scale>
        <p:origin x="-1146" y="-90"/>
      </p:cViewPr>
      <p:guideLst>
        <p:guide orient="horz" pos="144"/>
        <p:guide orient="horz" pos="1200"/>
        <p:guide orient="horz" pos="2736"/>
        <p:guide orient="horz" pos="4176"/>
        <p:guide orient="horz" pos="1488"/>
        <p:guide orient="horz" pos="912"/>
        <p:guide pos="3839"/>
        <p:guide pos="327"/>
        <p:guide pos="1190"/>
        <p:guide pos="7350"/>
        <p:guide pos="7063"/>
        <p:guide pos="611"/>
      </p:guideLst>
    </p:cSldViewPr>
  </p:slideViewPr>
  <p:outlineViewPr>
    <p:cViewPr>
      <p:scale>
        <a:sx n="33" d="100"/>
        <a:sy n="33" d="100"/>
      </p:scale>
      <p:origin x="0" y="6060"/>
    </p:cViewPr>
  </p:outlineViewPr>
  <p:notesTextViewPr>
    <p:cViewPr>
      <p:scale>
        <a:sx n="100" d="100"/>
        <a:sy n="100" d="100"/>
      </p:scale>
      <p:origin x="0" y="0"/>
    </p:cViewPr>
  </p:notesTextViewPr>
  <p:sorterViewPr>
    <p:cViewPr>
      <p:scale>
        <a:sx n="100" d="100"/>
        <a:sy n="100" d="100"/>
      </p:scale>
      <p:origin x="0" y="4050"/>
    </p:cViewPr>
  </p:sorterViewPr>
  <p:notesViewPr>
    <p:cSldViewPr snapToGrid="0" showGuides="1">
      <p:cViewPr>
        <p:scale>
          <a:sx n="148" d="100"/>
          <a:sy n="148" d="100"/>
        </p:scale>
        <p:origin x="-1686" y="-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dirty="0" err="1" smtClean="0">
                <a:latin typeface="Segoe UI" pitchFamily="34" charset="0"/>
              </a:rPr>
              <a:t>TechEd</a:t>
            </a:r>
            <a:r>
              <a:rPr lang="en-US" dirty="0" smtClean="0">
                <a:latin typeface="Segoe UI" pitchFamily="34" charset="0"/>
              </a:rPr>
              <a:t> 2011</a:t>
            </a:r>
            <a:endParaRPr lang="en-US" dirty="0">
              <a:latin typeface="Segoe UI" pitchFamily="34" charset="0"/>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C3F5198-D814-4F07-A84F-942E63C84983}" type="datetimeFigureOut">
              <a:rPr lang="en-US" smtClean="0">
                <a:latin typeface="Segoe UI" pitchFamily="34" charset="0"/>
              </a:rPr>
              <a:pPr/>
              <a:t>5/27/2011</a:t>
            </a:fld>
            <a:endParaRPr lang="en-US" dirty="0">
              <a:latin typeface="Segoe UI" pitchFamily="34" charset="0"/>
            </a:endParaRPr>
          </a:p>
        </p:txBody>
      </p:sp>
      <p:sp>
        <p:nvSpPr>
          <p:cNvPr id="4" name="Footer Placeholder 3"/>
          <p:cNvSpPr>
            <a:spLocks noGrp="1"/>
          </p:cNvSpPr>
          <p:nvPr>
            <p:ph type="ftr" sz="quarter" idx="2"/>
          </p:nvPr>
        </p:nvSpPr>
        <p:spPr>
          <a:xfrm>
            <a:off x="0" y="8685213"/>
            <a:ext cx="6248400" cy="457200"/>
          </a:xfrm>
          <a:prstGeom prst="rect">
            <a:avLst/>
          </a:prstGeom>
        </p:spPr>
        <p:txBody>
          <a:bodyPr vert="horz" lIns="91440" tIns="45720" rIns="91440" bIns="45720" rtlCol="0" anchor="b"/>
          <a:lstStyle>
            <a:lvl1pPr algn="l">
              <a:defRPr sz="1200"/>
            </a:lvl1pPr>
          </a:lstStyle>
          <a:p>
            <a:r>
              <a:rPr lang="en-US" sz="500" dirty="0" smtClean="0">
                <a:solidFill>
                  <a:srgbClr val="000000"/>
                </a:solidFill>
                <a:latin typeface="Segoe UI" pitchFamily="34" charset="0"/>
              </a:rPr>
              <a:t>© 2011 Microsoft Corporation. All rights reserved. Microsoft, Windows, Windows Vista and other product names are or may be registered trademarks and/or trademarks in the U.S. and/or other countries.</a:t>
            </a:r>
          </a:p>
          <a:p>
            <a:r>
              <a:rPr lang="en-US" sz="500" dirty="0" smtClean="0">
                <a:solidFill>
                  <a:srgbClr val="000000"/>
                </a:solidFill>
                <a:latin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500" dirty="0" smtClean="0">
                <a:solidFill>
                  <a:srgbClr val="000000"/>
                </a:solidFill>
                <a:latin typeface="Segoe UI" pitchFamily="34" charset="0"/>
              </a:rPr>
            </a:br>
            <a:r>
              <a:rPr lang="en-US" sz="500" dirty="0" smtClean="0">
                <a:solidFill>
                  <a:srgbClr val="000000"/>
                </a:solidFill>
                <a:latin typeface="Segoe UI" pitchFamily="34" charset="0"/>
              </a:rPr>
              <a:t>MICROSOFT MAKES NO WARRANTIES, EXPRESS, IMPLIED OR STATUTORY, AS TO THE INFORMATION IN THIS PRESENTATION.</a:t>
            </a:r>
          </a:p>
        </p:txBody>
      </p:sp>
      <p:sp>
        <p:nvSpPr>
          <p:cNvPr id="5" name="Slide Number Placeholder 4"/>
          <p:cNvSpPr>
            <a:spLocks noGrp="1"/>
          </p:cNvSpPr>
          <p:nvPr>
            <p:ph type="sldNum" sz="quarter" idx="3"/>
          </p:nvPr>
        </p:nvSpPr>
        <p:spPr>
          <a:xfrm>
            <a:off x="6248399" y="8685213"/>
            <a:ext cx="608013" cy="457200"/>
          </a:xfrm>
          <a:prstGeom prst="rect">
            <a:avLst/>
          </a:prstGeom>
        </p:spPr>
        <p:txBody>
          <a:bodyPr vert="horz" lIns="91440" tIns="45720" rIns="91440" bIns="45720" rtlCol="0" anchor="b"/>
          <a:lstStyle>
            <a:lvl1pPr algn="r">
              <a:defRPr sz="1200"/>
            </a:lvl1pPr>
          </a:lstStyle>
          <a:p>
            <a:fld id="{8980CB99-47E3-46F4-AAEB-3919FBEFC014}" type="slidenum">
              <a:rPr lang="en-US" smtClean="0">
                <a:latin typeface="Segoe UI" pitchFamily="34" charset="0"/>
              </a:rPr>
              <a:pPr/>
              <a:t>‹#›</a:t>
            </a:fld>
            <a:endParaRPr lang="en-US" dirty="0">
              <a:latin typeface="Segoe UI" pitchFamily="34" charset="0"/>
            </a:endParaRPr>
          </a:p>
        </p:txBody>
      </p:sp>
    </p:spTree>
    <p:extLst>
      <p:ext uri="{BB962C8B-B14F-4D97-AF65-F5344CB8AC3E}">
        <p14:creationId xmlns:p14="http://schemas.microsoft.com/office/powerpoint/2010/main" val="12079664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r>
              <a:rPr lang="en-US" dirty="0" err="1" smtClean="0"/>
              <a:t>TechEd</a:t>
            </a:r>
            <a:r>
              <a:rPr lang="en-US" dirty="0" smtClean="0"/>
              <a:t> 2011</a:t>
            </a: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7C3FBCD4-166E-446F-AF18-7D4A0CF9AEF6}" type="datetimeFigureOut">
              <a:rPr lang="en-US" smtClean="0"/>
              <a:pPr/>
              <a:t>5/27/2011</a:t>
            </a:fld>
            <a:endParaRPr lang="en-US" dirty="0"/>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p:cNvSpPr>
            <a:spLocks noGrp="1"/>
          </p:cNvSpPr>
          <p:nvPr>
            <p:ph type="ftr" sz="quarter" idx="4"/>
          </p:nvPr>
        </p:nvSpPr>
        <p:spPr>
          <a:xfrm>
            <a:off x="0" y="8685213"/>
            <a:ext cx="6172200" cy="457200"/>
          </a:xfrm>
          <a:prstGeom prst="rect">
            <a:avLst/>
          </a:prstGeom>
        </p:spPr>
        <p:txBody>
          <a:bodyPr vert="horz" lIns="91440" tIns="45720" rIns="91440" bIns="45720" rtlCol="0" anchor="b"/>
          <a:lstStyle>
            <a:lvl1pPr algn="l">
              <a:defRPr sz="500">
                <a:latin typeface="Segoe" pitchFamily="34" charset="0"/>
              </a:defRPr>
            </a:lvl1pPr>
          </a:lstStyle>
          <a:p>
            <a:r>
              <a:rPr lang="en-US" dirty="0" smtClean="0">
                <a:solidFill>
                  <a:srgbClr val="000000"/>
                </a:solidFill>
                <a:latin typeface="Segoe UI" pitchFamily="34" charset="0"/>
              </a:rPr>
              <a:t>© 2011 Microsoft Corporation. All rights reserved. Microsoft, Windows, Windows Vista and other product names are or may be registered trademarks and/or trademarks in the U.S. and/or other countries.</a:t>
            </a:r>
          </a:p>
          <a:p>
            <a:r>
              <a:rPr lang="en-US" dirty="0" smtClean="0">
                <a:solidFill>
                  <a:srgbClr val="000000"/>
                </a:solidFill>
                <a:latin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dirty="0" smtClean="0">
                <a:solidFill>
                  <a:srgbClr val="000000"/>
                </a:solidFill>
                <a:latin typeface="Segoe UI" pitchFamily="34" charset="0"/>
              </a:rPr>
            </a:br>
            <a:r>
              <a:rPr lang="en-US" dirty="0" smtClean="0">
                <a:solidFill>
                  <a:srgbClr val="000000"/>
                </a:solidFill>
                <a:latin typeface="Segoe UI" pitchFamily="34" charset="0"/>
              </a:rPr>
              <a:t>MICROSOFT MAKES NO WARRANTIES, EXPRESS, IMPLIED OR STATUTORY, AS TO THE INFORMATION IN THIS PRESENTATION.</a:t>
            </a:r>
          </a:p>
        </p:txBody>
      </p:sp>
      <p:sp>
        <p:nvSpPr>
          <p:cNvPr id="7" name="Slide Number Placeholder 6"/>
          <p:cNvSpPr>
            <a:spLocks noGrp="1"/>
          </p:cNvSpPr>
          <p:nvPr>
            <p:ph type="sldNum" sz="quarter" idx="5"/>
          </p:nvPr>
        </p:nvSpPr>
        <p:spPr>
          <a:xfrm>
            <a:off x="6172199" y="8685213"/>
            <a:ext cx="684213" cy="457200"/>
          </a:xfrm>
          <a:prstGeom prst="rect">
            <a:avLst/>
          </a:prstGeom>
        </p:spPr>
        <p:txBody>
          <a:bodyPr vert="horz" lIns="91440" tIns="45720" rIns="91440" bIns="45720" rtlCol="0" anchor="b"/>
          <a:lstStyle>
            <a:lvl1pPr algn="r">
              <a:defRPr sz="1200">
                <a:latin typeface="Segoe UI" pitchFamily="34" charset="0"/>
              </a:defRPr>
            </a:lvl1pPr>
          </a:lstStyle>
          <a:p>
            <a:fld id="{8B263312-38AA-4E1E-B2B5-0F8F122B24FE}" type="slidenum">
              <a:rPr lang="en-US" smtClean="0"/>
              <a:pPr/>
              <a:t>‹#›</a:t>
            </a:fld>
            <a:endParaRPr lang="en-US" dirty="0"/>
          </a:p>
        </p:txBody>
      </p:sp>
    </p:spTree>
    <p:extLst>
      <p:ext uri="{BB962C8B-B14F-4D97-AF65-F5344CB8AC3E}">
        <p14:creationId xmlns:p14="http://schemas.microsoft.com/office/powerpoint/2010/main" val="2252895765"/>
      </p:ext>
    </p:extLst>
  </p:cSld>
  <p:clrMap bg1="lt1" tx1="dk1" bg2="lt2" tx2="dk2" accent1="accent1" accent2="accent2" accent3="accent3" accent4="accent4" accent5="accent5" accent6="accent6" hlink="hlink" folHlink="folHlink"/>
  <p:notesStyle>
    <a:lvl1pPr marL="0" algn="l" defTabSz="914363" rtl="0" eaLnBrk="1" latinLnBrk="0" hangingPunct="1">
      <a:lnSpc>
        <a:spcPct val="90000"/>
      </a:lnSpc>
      <a:spcAft>
        <a:spcPts val="333"/>
      </a:spcAft>
      <a:defRPr sz="900" kern="1200">
        <a:solidFill>
          <a:schemeClr val="tx1"/>
        </a:solidFill>
        <a:latin typeface="Segoe UI" pitchFamily="34" charset="0"/>
        <a:ea typeface="+mn-ea"/>
        <a:cs typeface="+mn-cs"/>
      </a:defRPr>
    </a:lvl1pPr>
    <a:lvl2pPr marL="212981" indent="-105829" algn="l" defTabSz="914363" rtl="0" eaLnBrk="1" latinLnBrk="0" hangingPunct="1">
      <a:lnSpc>
        <a:spcPct val="90000"/>
      </a:lnSpc>
      <a:spcAft>
        <a:spcPts val="333"/>
      </a:spcAft>
      <a:buFont typeface="Arial" pitchFamily="34" charset="0"/>
      <a:buChar char="•"/>
      <a:defRPr sz="900" kern="1200">
        <a:solidFill>
          <a:schemeClr val="tx1"/>
        </a:solidFill>
        <a:latin typeface="Segoe UI" pitchFamily="34" charset="0"/>
        <a:ea typeface="+mn-ea"/>
        <a:cs typeface="+mn-cs"/>
      </a:defRPr>
    </a:lvl2pPr>
    <a:lvl3pPr marL="328070" indent="-115090" algn="l" defTabSz="914363" rtl="0" eaLnBrk="1" latinLnBrk="0" hangingPunct="1">
      <a:lnSpc>
        <a:spcPct val="90000"/>
      </a:lnSpc>
      <a:spcAft>
        <a:spcPts val="333"/>
      </a:spcAft>
      <a:buFont typeface="Arial" pitchFamily="34" charset="0"/>
      <a:buChar char="•"/>
      <a:defRPr sz="900" kern="1200">
        <a:solidFill>
          <a:schemeClr val="tx1"/>
        </a:solidFill>
        <a:latin typeface="Segoe UI" pitchFamily="34" charset="0"/>
        <a:ea typeface="+mn-ea"/>
        <a:cs typeface="+mn-cs"/>
      </a:defRPr>
    </a:lvl3pPr>
    <a:lvl4pPr marL="482846" indent="-146838" algn="l" defTabSz="914363" rtl="0" eaLnBrk="1" latinLnBrk="0" hangingPunct="1">
      <a:lnSpc>
        <a:spcPct val="90000"/>
      </a:lnSpc>
      <a:spcAft>
        <a:spcPts val="333"/>
      </a:spcAft>
      <a:buFont typeface="Arial" pitchFamily="34" charset="0"/>
      <a:buChar char="•"/>
      <a:defRPr sz="900" kern="1200">
        <a:solidFill>
          <a:schemeClr val="tx1"/>
        </a:solidFill>
        <a:latin typeface="Segoe UI" pitchFamily="34" charset="0"/>
        <a:ea typeface="+mn-ea"/>
        <a:cs typeface="+mn-cs"/>
      </a:defRPr>
    </a:lvl4pPr>
    <a:lvl5pPr marL="615132" indent="-115090" algn="l" defTabSz="914363" rtl="0" eaLnBrk="1" latinLnBrk="0" hangingPunct="1">
      <a:lnSpc>
        <a:spcPct val="90000"/>
      </a:lnSpc>
      <a:spcAft>
        <a:spcPts val="333"/>
      </a:spcAft>
      <a:buFont typeface="Arial" pitchFamily="34" charset="0"/>
      <a:buChar char="•"/>
      <a:defRPr sz="900" kern="1200">
        <a:solidFill>
          <a:schemeClr val="tx1"/>
        </a:solidFill>
        <a:latin typeface="Segoe UI" pitchFamily="34" charset="0"/>
        <a:ea typeface="+mn-ea"/>
        <a:cs typeface="+mn-cs"/>
      </a:defRPr>
    </a:lvl5pPr>
    <a:lvl6pPr marL="2285909" algn="l" defTabSz="914363" rtl="0" eaLnBrk="1" latinLnBrk="0" hangingPunct="1">
      <a:defRPr sz="1200" kern="1200">
        <a:solidFill>
          <a:schemeClr val="tx1"/>
        </a:solidFill>
        <a:latin typeface="+mn-lt"/>
        <a:ea typeface="+mn-ea"/>
        <a:cs typeface="+mn-cs"/>
      </a:defRPr>
    </a:lvl6pPr>
    <a:lvl7pPr marL="2743090" algn="l" defTabSz="914363" rtl="0" eaLnBrk="1" latinLnBrk="0" hangingPunct="1">
      <a:defRPr sz="1200" kern="1200">
        <a:solidFill>
          <a:schemeClr val="tx1"/>
        </a:solidFill>
        <a:latin typeface="+mn-lt"/>
        <a:ea typeface="+mn-ea"/>
        <a:cs typeface="+mn-cs"/>
      </a:defRPr>
    </a:lvl7pPr>
    <a:lvl8pPr marL="3200272" algn="l" defTabSz="914363" rtl="0" eaLnBrk="1" latinLnBrk="0" hangingPunct="1">
      <a:defRPr sz="1200" kern="1200">
        <a:solidFill>
          <a:schemeClr val="tx1"/>
        </a:solidFill>
        <a:latin typeface="+mn-lt"/>
        <a:ea typeface="+mn-ea"/>
        <a:cs typeface="+mn-cs"/>
      </a:defRPr>
    </a:lvl8pPr>
    <a:lvl9pPr marL="3657454" algn="l" defTabSz="914363"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B263312-38AA-4E1E-B2B5-0F8F122B24FE}" type="slidenum">
              <a:rPr lang="en-US" smtClean="0"/>
              <a:pPr/>
              <a:t>1</a:t>
            </a:fld>
            <a:endParaRPr lang="en-US" dirty="0"/>
          </a:p>
        </p:txBody>
      </p:sp>
    </p:spTree>
    <p:extLst>
      <p:ext uri="{BB962C8B-B14F-4D97-AF65-F5344CB8AC3E}">
        <p14:creationId xmlns:p14="http://schemas.microsoft.com/office/powerpoint/2010/main" val="21532313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r>
              <a:rPr lang="en-US" dirty="0" smtClean="0"/>
              <a:t>You’re considering Team Foundation Server, or perhaps you have already deployed it. You think you know what it is capable of, but do you? Microsoft built in many extensibility points which developers have used to build interesting and useful add-ons. These solutions include tools for managing requirements, product and sprint backlogs, work items, and software deployments. In this session, we discuss the partner ecosystem and demonstrate some of these products. See how to go beyond the out-of-the-box capabilities of Microsoft Visual Studio Team Foundation Server without custom development or going to other ALM platforms.</a:t>
            </a:r>
          </a:p>
          <a:p>
            <a:endParaRPr lang="en-US" dirty="0" smtClean="0"/>
          </a:p>
          <a:p>
            <a:r>
              <a:rPr lang="en-US" dirty="0" smtClean="0"/>
              <a:t>Product/Technology: Microsoft® Visual Studio® Team Foundation Server</a:t>
            </a:r>
          </a:p>
          <a:p>
            <a:endParaRPr lang="en-US" dirty="0" smtClean="0"/>
          </a:p>
          <a:p>
            <a:r>
              <a:rPr lang="en-US" dirty="0" smtClean="0"/>
              <a:t>Audience: Developer</a:t>
            </a:r>
            <a:endParaRPr lang="en-US" dirty="0"/>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fld id="{81331B57-0BE5-4F82-AA58-76F53EFF3ADA}" type="datetime8">
              <a:rPr lang="en-US" smtClean="0"/>
              <a:pPr/>
              <a:t>5/27/2011 9:45 PM</a:t>
            </a:fld>
            <a:endParaRPr lang="en-US" dirty="0"/>
          </a:p>
        </p:txBody>
      </p:sp>
      <p:sp>
        <p:nvSpPr>
          <p:cNvPr id="6" name="Footer Placeholder 5"/>
          <p:cNvSpPr>
            <a:spLocks noGrp="1"/>
          </p:cNvSpPr>
          <p:nvPr>
            <p:ph type="ftr" sz="quarter" idx="12"/>
          </p:nvPr>
        </p:nvSpPr>
        <p:spPr>
          <a:xfrm>
            <a:off x="0" y="8685213"/>
            <a:ext cx="6172200" cy="457200"/>
          </a:xfrm>
        </p:spPr>
        <p:txBody>
          <a:bodyPr/>
          <a:lstStyle/>
          <a:p>
            <a:r>
              <a:rPr lang="en-US" sz="500" dirty="0" smtClean="0">
                <a:solidFill>
                  <a:srgbClr val="000000"/>
                </a:solidFill>
                <a:latin typeface="Segoe UI" pitchFamily="34" charset="0"/>
              </a:rPr>
              <a:t>© 2007 Microsoft Corporation. All rights reserved. Microsoft, Windows, Windows Vista and other product names are or may be registered trademarks and/or trademarks in the U.S. and/or other countries.</a:t>
            </a:r>
          </a:p>
          <a:p>
            <a:r>
              <a:rPr lang="en-US" sz="500" dirty="0" smtClean="0">
                <a:solidFill>
                  <a:srgbClr val="000000"/>
                </a:solidFill>
                <a:latin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500" dirty="0" smtClean="0">
                <a:solidFill>
                  <a:srgbClr val="000000"/>
                </a:solidFill>
                <a:latin typeface="Segoe UI" pitchFamily="34" charset="0"/>
              </a:rPr>
            </a:br>
            <a:r>
              <a:rPr lang="en-US" sz="500" dirty="0" smtClean="0">
                <a:solidFill>
                  <a:srgbClr val="000000"/>
                </a:solidFill>
                <a:latin typeface="Segoe UI" pitchFamily="34" charset="0"/>
              </a:rPr>
              <a:t>MICROSOFT MAKES NO WARRANTIES, EXPRESS, IMPLIED OR STATUTORY, AS TO THE INFORMATION IN THIS PRESENTATION.</a:t>
            </a:r>
          </a:p>
          <a:p>
            <a:endParaRPr lang="en-US" sz="500" dirty="0">
              <a:latin typeface="Segoe UI" pitchFamily="34" charset="0"/>
            </a:endParaRPr>
          </a:p>
        </p:txBody>
      </p:sp>
      <p:sp>
        <p:nvSpPr>
          <p:cNvPr id="7" name="Slide Number Placeholder 6"/>
          <p:cNvSpPr>
            <a:spLocks noGrp="1"/>
          </p:cNvSpPr>
          <p:nvPr>
            <p:ph type="sldNum" sz="quarter" idx="13"/>
          </p:nvPr>
        </p:nvSpPr>
        <p:spPr>
          <a:xfrm>
            <a:off x="6172199" y="8685213"/>
            <a:ext cx="684213" cy="457200"/>
          </a:xfrm>
        </p:spPr>
        <p:txBody>
          <a:bodyPr/>
          <a:lstStyle/>
          <a:p>
            <a:fld id="{EC87E0CF-87F6-4B58-B8B8-DCAB2DAAF3CA}" type="slidenum">
              <a:rPr lang="en-US" smtClean="0"/>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TextEdit="1"/>
          </p:cNvSpPr>
          <p:nvPr>
            <p:ph type="sldImg"/>
          </p:nvPr>
        </p:nvSpPr>
        <p:spPr>
          <a:xfrm>
            <a:off x="1706303" y="685387"/>
            <a:ext cx="3445395" cy="3429000"/>
          </a:xfrm>
          <a:ln/>
        </p:spPr>
      </p:sp>
      <p:sp>
        <p:nvSpPr>
          <p:cNvPr id="16387" name="Notes Placeholder 2"/>
          <p:cNvSpPr>
            <a:spLocks noGrp="1"/>
          </p:cNvSpPr>
          <p:nvPr>
            <p:ph type="body" idx="1"/>
          </p:nvPr>
        </p:nvSpPr>
        <p:spPr bwMode="auto">
          <a:xfrm>
            <a:off x="686099" y="4343705"/>
            <a:ext cx="5485805" cy="4113892"/>
          </a:xfrm>
          <a:prstGeom prst="rect">
            <a:avLst/>
          </a:prstGeom>
          <a:noFill/>
          <a:ln>
            <a:miter lim="800000"/>
            <a:headEnd/>
            <a:tailEnd/>
          </a:ln>
        </p:spPr>
        <p:txBody>
          <a:bodyPr/>
          <a:lstStyle/>
          <a:p>
            <a:endParaRPr lang="en-US" dirty="0"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pPr/>
              <a:t>6</a:t>
            </a:fld>
            <a:endParaRPr lang="en-US" dirty="0"/>
          </a:p>
        </p:txBody>
      </p:sp>
    </p:spTree>
    <p:extLst>
      <p:ext uri="{BB962C8B-B14F-4D97-AF65-F5344CB8AC3E}">
        <p14:creationId xmlns:p14="http://schemas.microsoft.com/office/powerpoint/2010/main" val="31335158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Graphic</a:t>
            </a:r>
            <a:r>
              <a:rPr lang="en-US" baseline="0" dirty="0" smtClean="0"/>
              <a:t> used with permission from </a:t>
            </a:r>
            <a:r>
              <a:rPr lang="en-US" baseline="0" smtClean="0"/>
              <a:t>InCycle Software</a:t>
            </a:r>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pPr/>
              <a:t>7</a:t>
            </a:fld>
            <a:endParaRPr lang="en-US" dirty="0"/>
          </a:p>
        </p:txBody>
      </p:sp>
    </p:spTree>
    <p:extLst>
      <p:ext uri="{BB962C8B-B14F-4D97-AF65-F5344CB8AC3E}">
        <p14:creationId xmlns:p14="http://schemas.microsoft.com/office/powerpoint/2010/main" val="12094928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pPr/>
              <a:t>14</a:t>
            </a:fld>
            <a:endParaRPr lang="en-US" dirty="0"/>
          </a:p>
        </p:txBody>
      </p:sp>
    </p:spTree>
    <p:extLst>
      <p:ext uri="{BB962C8B-B14F-4D97-AF65-F5344CB8AC3E}">
        <p14:creationId xmlns:p14="http://schemas.microsoft.com/office/powerpoint/2010/main" val="36218350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l"/>
            <a:r>
              <a:rPr lang="en-US" dirty="0" smtClean="0"/>
              <a:t>inteGREAT is a Comprehensive Requirements Definition, Management and Simulation Platform that automates </a:t>
            </a:r>
          </a:p>
          <a:p>
            <a:pPr algn="l"/>
            <a:r>
              <a:rPr lang="en-US" dirty="0" smtClean="0"/>
              <a:t>documentation, diagramming, simulation and the auto-generation of test artifacts. </a:t>
            </a:r>
          </a:p>
          <a:p>
            <a:pPr algn="l"/>
            <a:endParaRPr lang="en-US" dirty="0" smtClean="0"/>
          </a:p>
          <a:p>
            <a:r>
              <a:rPr lang="en-US" dirty="0" smtClean="0"/>
              <a:t>inteGREAT is a collaboration</a:t>
            </a:r>
            <a:r>
              <a:rPr lang="en-US" baseline="0" dirty="0" smtClean="0"/>
              <a:t> platform that business and system analysts use with other stakeholders to Elicit, Define, Validate, Publish and Manage  three types of requirements: Business, User &amp; System Requirement – this bridges any gaps between all project stakeholders. </a:t>
            </a:r>
          </a:p>
          <a:p>
            <a:endParaRPr lang="en-US" baseline="0" dirty="0" smtClean="0"/>
          </a:p>
          <a:p>
            <a:r>
              <a:rPr lang="en-US" baseline="0" dirty="0" smtClean="0"/>
              <a:t>{transition} inteGREAT supports the entire requirements lifecycle through change requests, support &amp; maintenance. </a:t>
            </a:r>
          </a:p>
          <a:p>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pPr/>
              <a:t>15</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CA" baseline="0" dirty="0" smtClean="0"/>
              <a:t>inteGREAT helps in defining the Why, What and How of the project. You start with the project charter or the project vision and define its risks and mitigations. These goals &amp; mitigations become the basis of user requirements. User requirements are defined as functional, non functional along with their business rules &amp; decision models. In the system requirements the solution is environed &amp; finalized where you define people, process, data, reporting and network requirements. </a:t>
            </a:r>
          </a:p>
          <a:p>
            <a:endParaRPr lang="en-CA" baseline="0" dirty="0" smtClean="0"/>
          </a:p>
          <a:p>
            <a:r>
              <a:rPr lang="en-CA" baseline="0" dirty="0" smtClean="0"/>
              <a:t>inteGREAT is the </a:t>
            </a:r>
            <a:r>
              <a:rPr lang="en-CA" b="1" baseline="0" dirty="0" smtClean="0"/>
              <a:t>only requirements tool </a:t>
            </a:r>
            <a:r>
              <a:rPr lang="en-CA" baseline="0" dirty="0" smtClean="0"/>
              <a:t>that supports The Decision Model for complex business rule modeling. </a:t>
            </a:r>
          </a:p>
          <a:p>
            <a:endParaRPr lang="en-CA" baseline="0" dirty="0" smtClean="0"/>
          </a:p>
          <a:p>
            <a:r>
              <a:rPr lang="en-CA" baseline="0" dirty="0" smtClean="0"/>
              <a:t>Additionally the specification checker will automatically identify issues, problems &amp; opportunities with the requirements knowledge base. Its like the </a:t>
            </a:r>
            <a:r>
              <a:rPr lang="en-CA" b="1" baseline="0" dirty="0" smtClean="0"/>
              <a:t>ultimate spell check </a:t>
            </a:r>
            <a:r>
              <a:rPr lang="en-CA" baseline="0" dirty="0" smtClean="0"/>
              <a:t>but for requirements. Another tool inteGREAT provides for requirements validation is auto-simulation – where a prototype is generated by inteGREAT based on the detailed requirements.  </a:t>
            </a:r>
          </a:p>
          <a:p>
            <a:endParaRPr lang="en-CA" baseline="0"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CA" baseline="0" dirty="0" smtClean="0"/>
              <a:t>Using inteGREAT you can define and normalize, and baseline an integrated body of knowledge. inteGREAT has a single point of truth for any information; no matter how many documents, diagrams, or simulation they appear in.</a:t>
            </a:r>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pPr/>
              <a:t>16</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363" rtl="0" eaLnBrk="1" fontAlgn="auto" latinLnBrk="0" hangingPunct="1">
              <a:lnSpc>
                <a:spcPct val="90000"/>
              </a:lnSpc>
              <a:spcBef>
                <a:spcPts val="0"/>
              </a:spcBef>
              <a:spcAft>
                <a:spcPts val="333"/>
              </a:spcAft>
              <a:buClrTx/>
              <a:buSzTx/>
              <a:buFontTx/>
              <a:buNone/>
              <a:tabLst/>
              <a:defRPr/>
            </a:pPr>
            <a:r>
              <a:rPr lang="en-US" sz="900" dirty="0" smtClean="0"/>
              <a:t>inteGREAT takes away the grunt work which burdens the BA’s; it increases their productivity by focusing on tasks that create new knowledge through elicitation and analysis. </a:t>
            </a:r>
          </a:p>
          <a:p>
            <a:pPr marL="0" marR="0" indent="0" algn="l" defTabSz="914363" rtl="0" eaLnBrk="1" fontAlgn="auto" latinLnBrk="0" hangingPunct="1">
              <a:lnSpc>
                <a:spcPct val="90000"/>
              </a:lnSpc>
              <a:spcBef>
                <a:spcPts val="0"/>
              </a:spcBef>
              <a:spcAft>
                <a:spcPts val="333"/>
              </a:spcAft>
              <a:buClrTx/>
              <a:buSzTx/>
              <a:buFontTx/>
              <a:buNone/>
              <a:tabLst/>
              <a:defRPr/>
            </a:pPr>
            <a:endParaRPr lang="en-US" sz="900" dirty="0" smtClean="0"/>
          </a:p>
          <a:p>
            <a:pPr marL="0" marR="0" indent="0" algn="l" defTabSz="914363" rtl="0" eaLnBrk="1" fontAlgn="auto" latinLnBrk="0" hangingPunct="1">
              <a:lnSpc>
                <a:spcPct val="90000"/>
              </a:lnSpc>
              <a:spcBef>
                <a:spcPts val="0"/>
              </a:spcBef>
              <a:spcAft>
                <a:spcPts val="333"/>
              </a:spcAft>
              <a:buClrTx/>
              <a:buSzTx/>
              <a:buFontTx/>
              <a:buNone/>
              <a:tabLst/>
              <a:defRPr/>
            </a:pPr>
            <a:r>
              <a:rPr lang="en-US" sz="900" dirty="0" smtClean="0"/>
              <a:t>inteGREAT simplifies the production of a comprehensive set of documentation that is consistent, complete, clear and completely customizable. For example simply by defining the process, inteGREAT can automatically</a:t>
            </a:r>
            <a:r>
              <a:rPr lang="en-US" sz="900" baseline="0" dirty="0" smtClean="0"/>
              <a:t> </a:t>
            </a:r>
            <a:r>
              <a:rPr lang="en-US" sz="900" dirty="0" smtClean="0"/>
              <a:t>produce flow charts, swimlane, and use case diagrams, in addition to use case documents, traceability matrices, and 3 types of test case documents. </a:t>
            </a:r>
          </a:p>
          <a:p>
            <a:pPr marL="0" marR="0" indent="0" algn="l" defTabSz="914363" rtl="0" eaLnBrk="1" fontAlgn="auto" latinLnBrk="0" hangingPunct="1">
              <a:lnSpc>
                <a:spcPct val="90000"/>
              </a:lnSpc>
              <a:spcBef>
                <a:spcPts val="0"/>
              </a:spcBef>
              <a:spcAft>
                <a:spcPts val="333"/>
              </a:spcAft>
              <a:buClrTx/>
              <a:buSzTx/>
              <a:buFontTx/>
              <a:buNone/>
              <a:tabLst/>
              <a:defRPr/>
            </a:pPr>
            <a:endParaRPr lang="en-US" sz="900" dirty="0" smtClean="0"/>
          </a:p>
          <a:p>
            <a:pPr marL="0" marR="0" indent="0" algn="l" defTabSz="914363" rtl="0" eaLnBrk="1" fontAlgn="auto" latinLnBrk="0" hangingPunct="1">
              <a:lnSpc>
                <a:spcPct val="90000"/>
              </a:lnSpc>
              <a:spcBef>
                <a:spcPts val="0"/>
              </a:spcBef>
              <a:spcAft>
                <a:spcPts val="333"/>
              </a:spcAft>
              <a:buClrTx/>
              <a:buSzTx/>
              <a:buFontTx/>
              <a:buNone/>
              <a:tabLst/>
              <a:defRPr/>
            </a:pPr>
            <a:endParaRPr lang="en-US" sz="900" dirty="0" smtClean="0"/>
          </a:p>
          <a:p>
            <a:pPr marL="0" marR="0" indent="0" algn="l" defTabSz="914363" rtl="0" eaLnBrk="1" fontAlgn="auto" latinLnBrk="0" hangingPunct="1">
              <a:lnSpc>
                <a:spcPct val="90000"/>
              </a:lnSpc>
              <a:spcBef>
                <a:spcPts val="0"/>
              </a:spcBef>
              <a:spcAft>
                <a:spcPts val="333"/>
              </a:spcAft>
              <a:buClrTx/>
              <a:buSzTx/>
              <a:buFontTx/>
              <a:buNone/>
              <a:tabLst/>
              <a:defRPr/>
            </a:pPr>
            <a:r>
              <a:rPr lang="en-US" sz="900" dirty="0" smtClean="0"/>
              <a:t>{Transition} inteGREAT provides various integration points with technologies that are common in the market place</a:t>
            </a:r>
          </a:p>
          <a:p>
            <a:pPr marL="0" marR="0" indent="0" algn="l" defTabSz="914363" rtl="0" eaLnBrk="1" fontAlgn="auto" latinLnBrk="0" hangingPunct="1">
              <a:lnSpc>
                <a:spcPct val="90000"/>
              </a:lnSpc>
              <a:spcBef>
                <a:spcPts val="0"/>
              </a:spcBef>
              <a:spcAft>
                <a:spcPts val="333"/>
              </a:spcAft>
              <a:buClrTx/>
              <a:buSzTx/>
              <a:buFontTx/>
              <a:buNone/>
              <a:tabLst/>
              <a:defRPr/>
            </a:pPr>
            <a:endParaRPr lang="en-US" sz="900" dirty="0" smtClean="0"/>
          </a:p>
        </p:txBody>
      </p:sp>
      <p:sp>
        <p:nvSpPr>
          <p:cNvPr id="4" name="Slide Number Placeholder 3"/>
          <p:cNvSpPr>
            <a:spLocks noGrp="1"/>
          </p:cNvSpPr>
          <p:nvPr>
            <p:ph type="sldNum" sz="quarter" idx="10"/>
          </p:nvPr>
        </p:nvSpPr>
        <p:spPr/>
        <p:txBody>
          <a:bodyPr/>
          <a:lstStyle/>
          <a:p>
            <a:fld id="{8B263312-38AA-4E1E-B2B5-0F8F122B24FE}" type="slidenum">
              <a:rPr lang="en-US" smtClean="0"/>
              <a:pPr/>
              <a:t>17</a:t>
            </a:fld>
            <a:endParaRPr lang="en-US" dirty="0"/>
          </a:p>
        </p:txBody>
      </p:sp>
    </p:spTree>
    <p:extLst>
      <p:ext uri="{BB962C8B-B14F-4D97-AF65-F5344CB8AC3E}">
        <p14:creationId xmlns:p14="http://schemas.microsoft.com/office/powerpoint/2010/main" val="38280232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inteGREAT has simplified integration</a:t>
            </a:r>
            <a:r>
              <a:rPr lang="en-US" baseline="0" dirty="0" smtClean="0"/>
              <a:t> with Microsoft TFS for requirements and test management, as well as for IDE support, workflow and web access.   </a:t>
            </a:r>
          </a:p>
          <a:p>
            <a:endParaRPr lang="en-US" baseline="0" dirty="0" smtClean="0"/>
          </a:p>
          <a:p>
            <a:r>
              <a:rPr lang="en-US" baseline="0" dirty="0" smtClean="0"/>
              <a:t>SharePoint is used as the document repository. As well inteGREAT supports native authoring in Word, Excel, Visio, and MS Project. InteGREAT also interfaces with Expression Blend for UI simulation creation and review.</a:t>
            </a:r>
          </a:p>
          <a:p>
            <a:endParaRPr lang="en-US" baseline="0" dirty="0" smtClean="0"/>
          </a:p>
          <a:p>
            <a:r>
              <a:rPr lang="en-US" baseline="0" dirty="0" smtClean="0"/>
              <a:t>InteGREAT is based on a semantic model and because of this can be easily configured to accept data sent by other applications. This combined with inteGREAT’s XML and CSV import/export capabilities, makes it easy for iG to support integration with most applications in your ALM environment. </a:t>
            </a:r>
          </a:p>
          <a:p>
            <a:endParaRPr lang="en-US" b="1" i="1" u="none" baseline="0" dirty="0" smtClean="0"/>
          </a:p>
          <a:p>
            <a:r>
              <a:rPr lang="en-US" b="0" i="0" u="none" baseline="0" dirty="0" smtClean="0"/>
              <a:t>inteGREAT presents a seamless turnkey solution that is highly </a:t>
            </a:r>
            <a:r>
              <a:rPr lang="en-US" b="0" i="0" u="none" baseline="0" smtClean="0"/>
              <a:t>scalable.</a:t>
            </a:r>
            <a:endParaRPr lang="en-US" b="0" i="0" u="none" baseline="0" dirty="0" smtClean="0"/>
          </a:p>
          <a:p>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pPr/>
              <a:t>18</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fld id="{81331B57-0BE5-4F82-AA58-76F53EFF3ADA}" type="datetime8">
              <a:rPr lang="en-US" smtClean="0"/>
              <a:pPr/>
              <a:t>5/27/2011 9:45 PM</a:t>
            </a:fld>
            <a:endParaRPr lang="en-US"/>
          </a:p>
        </p:txBody>
      </p:sp>
      <p:sp>
        <p:nvSpPr>
          <p:cNvPr id="6" name="Footer Placeholder 5"/>
          <p:cNvSpPr>
            <a:spLocks noGrp="1"/>
          </p:cNvSpPr>
          <p:nvPr>
            <p:ph type="ftr" sz="quarter" idx="12"/>
          </p:nvPr>
        </p:nvSpPr>
        <p:spPr/>
        <p:txBody>
          <a:bodyPr/>
          <a:lstStyle/>
          <a:p>
            <a:r>
              <a:rPr lang="en-US" dirty="0" smtClean="0">
                <a:solidFill>
                  <a:srgbClr val="000000"/>
                </a:solidFill>
                <a:latin typeface="Segoe UI" pitchFamily="34" charset="0"/>
              </a:rPr>
              <a:t>© 2009 Microsoft Corporation. All rights reserved. Microsoft, Windows, Windows Vista and other product names are or may be registered trademarks and/or trademarks in the U.S. and/or other countries.</a:t>
            </a:r>
          </a:p>
          <a:p>
            <a:r>
              <a:rPr lang="en-US" dirty="0" smtClean="0">
                <a:solidFill>
                  <a:srgbClr val="000000"/>
                </a:solidFill>
                <a:latin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dirty="0" smtClean="0">
                <a:solidFill>
                  <a:srgbClr val="000000"/>
                </a:solidFill>
                <a:latin typeface="Segoe UI" pitchFamily="34" charset="0"/>
              </a:rPr>
            </a:br>
            <a:r>
              <a:rPr lang="en-US" dirty="0" smtClean="0">
                <a:solidFill>
                  <a:srgbClr val="000000"/>
                </a:solidFill>
                <a:latin typeface="Segoe UI" pitchFamily="34" charset="0"/>
              </a:rPr>
              <a:t>MICROSOFT MAKES NO WARRANTIES, EXPRESS, IMPLIED OR STATUTORY, AS TO THE INFORMATION IN THIS PRESENTATION.</a:t>
            </a:r>
          </a:p>
          <a:p>
            <a:endParaRPr lang="en-US" dirty="0">
              <a:latin typeface="Segoe UI" pitchFamily="34" charset="0"/>
            </a:endParaRPr>
          </a:p>
        </p:txBody>
      </p:sp>
      <p:sp>
        <p:nvSpPr>
          <p:cNvPr id="7" name="Slide Number Placeholder 6"/>
          <p:cNvSpPr>
            <a:spLocks noGrp="1"/>
          </p:cNvSpPr>
          <p:nvPr>
            <p:ph type="sldNum" sz="quarter" idx="13"/>
          </p:nvPr>
        </p:nvSpPr>
        <p:spPr/>
        <p:txBody>
          <a:bodyPr/>
          <a:lstStyle/>
          <a:p>
            <a:fld id="{EC87E0CF-87F6-4B58-B8B8-DCAB2DAAF3CA}" type="slidenum">
              <a:rPr lang="en-US" smtClean="0"/>
              <a:pPr/>
              <a:t>32</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7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69964" y="2265472"/>
            <a:ext cx="10242549" cy="1523497"/>
          </a:xfrm>
        </p:spPr>
        <p:txBody>
          <a:bodyPr anchor="ctr">
            <a:noAutofit/>
          </a:bodyPr>
          <a:lstStyle>
            <a:lvl1pPr>
              <a:lnSpc>
                <a:spcPct val="90000"/>
              </a:lnSpc>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969964" y="4703872"/>
            <a:ext cx="10242550" cy="463255"/>
          </a:xfrm>
        </p:spPr>
        <p:txBody>
          <a:bodyPr>
            <a:noAutofit/>
          </a:bodyPr>
          <a:lstStyle>
            <a:lvl1pPr marL="0" indent="0" algn="l">
              <a:lnSpc>
                <a:spcPct val="90000"/>
              </a:lnSpc>
              <a:spcBef>
                <a:spcPts val="0"/>
              </a:spcBef>
              <a:buNone/>
              <a:defRPr>
                <a:gradFill>
                  <a:gsLst>
                    <a:gs pos="0">
                      <a:schemeClr val="tx1"/>
                    </a:gs>
                    <a:gs pos="86000">
                      <a:schemeClr val="tx1"/>
                    </a:gs>
                  </a:gsLst>
                  <a:lin ang="5400000" scaled="0"/>
                </a:gra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Tree>
    <p:extLst>
      <p:ext uri="{BB962C8B-B14F-4D97-AF65-F5344CB8AC3E}">
        <p14:creationId xmlns:p14="http://schemas.microsoft.com/office/powerpoint/2010/main" val="1194111883"/>
      </p:ext>
    </p:extLst>
  </p:cSld>
  <p:clrMapOvr>
    <a:masterClrMapping/>
  </p:clrMapOvr>
  <p:transition>
    <p:fade/>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Demo, Video etc. &quot;special&quot; slid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 Placeholder 6"/>
          <p:cNvSpPr>
            <a:spLocks noGrp="1"/>
          </p:cNvSpPr>
          <p:nvPr>
            <p:ph type="body" sz="quarter" idx="10" hasCustomPrompt="1"/>
          </p:nvPr>
        </p:nvSpPr>
        <p:spPr>
          <a:xfrm>
            <a:off x="1065212" y="4876800"/>
            <a:ext cx="10242550" cy="1378644"/>
          </a:xfrm>
        </p:spPr>
        <p:txBody>
          <a:bodyPr anchor="t" anchorCtr="0">
            <a:noAutofit/>
            <a:scene3d>
              <a:camera prst="orthographicFront"/>
              <a:lightRig rig="flat" dir="t"/>
            </a:scene3d>
            <a:sp3d>
              <a:contourClr>
                <a:schemeClr val="tx2"/>
              </a:contourClr>
            </a:sp3d>
          </a:bodyPr>
          <a:lstStyle>
            <a:lvl1pPr marL="0" indent="0" algn="r">
              <a:buFont typeface="Arial" pitchFamily="34" charset="0"/>
              <a:buNone/>
              <a:defRPr kumimoji="0" lang="en-US" sz="10000" b="0" i="1" u="none" strike="noStrike" kern="1200" cap="none" spc="-642" normalizeH="0" baseline="0" noProof="0" dirty="0" smtClean="0">
                <a:ln w="11430"/>
                <a:solidFill>
                  <a:schemeClr val="accent1">
                    <a:alpha val="99000"/>
                  </a:schemeClr>
                </a:solidFill>
                <a:effectLst/>
                <a:uLnTx/>
                <a:uFillTx/>
                <a:latin typeface="+mj-lt"/>
                <a:ea typeface="+mn-ea"/>
                <a:cs typeface="+mn-cs"/>
              </a:defRPr>
            </a:lvl1pPr>
          </a:lstStyle>
          <a:p>
            <a:pPr lvl="0"/>
            <a:r>
              <a:rPr lang="en-US" dirty="0" smtClean="0"/>
              <a:t>click to…</a:t>
            </a:r>
          </a:p>
        </p:txBody>
      </p:sp>
      <p:sp>
        <p:nvSpPr>
          <p:cNvPr id="5" name="Title 1"/>
          <p:cNvSpPr>
            <a:spLocks noGrp="1"/>
          </p:cNvSpPr>
          <p:nvPr>
            <p:ph type="ctrTitle"/>
          </p:nvPr>
        </p:nvSpPr>
        <p:spPr>
          <a:xfrm>
            <a:off x="836612" y="2431024"/>
            <a:ext cx="9323388" cy="1523494"/>
          </a:xfrm>
        </p:spPr>
        <p:txBody>
          <a:bodyPr anchor="ctr" anchorCtr="0">
            <a:noAutofit/>
          </a:bodyPr>
          <a:lstStyle>
            <a:lvl1pPr>
              <a:lnSpc>
                <a:spcPct val="90000"/>
              </a:lnSpc>
              <a:defRPr sz="4800"/>
            </a:lvl1pPr>
          </a:lstStyle>
          <a:p>
            <a:r>
              <a:rPr lang="en-US" smtClean="0"/>
              <a:t>Click to edit Master title style</a:t>
            </a:r>
            <a:endParaRPr lang="en-US" dirty="0"/>
          </a:p>
        </p:txBody>
      </p:sp>
      <p:sp>
        <p:nvSpPr>
          <p:cNvPr id="6" name="Subtitle 2"/>
          <p:cNvSpPr>
            <a:spLocks noGrp="1"/>
          </p:cNvSpPr>
          <p:nvPr>
            <p:ph type="subTitle" idx="1"/>
          </p:nvPr>
        </p:nvSpPr>
        <p:spPr>
          <a:xfrm>
            <a:off x="836612" y="4191000"/>
            <a:ext cx="9323389" cy="461665"/>
          </a:xfrm>
        </p:spPr>
        <p:txBody>
          <a:bodyPr>
            <a:noAutofit/>
          </a:bodyPr>
          <a:lstStyle>
            <a:lvl1pPr marL="0" indent="0" algn="l">
              <a:lnSpc>
                <a:spcPct val="90000"/>
              </a:lnSpc>
              <a:spcBef>
                <a:spcPts val="0"/>
              </a:spcBef>
              <a:buNone/>
              <a:defRPr>
                <a:gradFill>
                  <a:gsLst>
                    <a:gs pos="0">
                      <a:schemeClr val="tx1"/>
                    </a:gs>
                    <a:gs pos="86000">
                      <a:schemeClr val="tx1"/>
                    </a:gs>
                  </a:gsLst>
                  <a:lin ang="5400000" scaled="0"/>
                </a:gra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Demo, Video etc. &quot;special&quot; slid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36612" y="2455047"/>
            <a:ext cx="9323388" cy="1523494"/>
          </a:xfrm>
        </p:spPr>
        <p:txBody>
          <a:bodyPr anchor="ctr" anchorCtr="0">
            <a:noAutofit/>
          </a:bodyPr>
          <a:lstStyle>
            <a:lvl1pPr>
              <a:lnSpc>
                <a:spcPct val="90000"/>
              </a:lnSpc>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836612" y="4189143"/>
            <a:ext cx="9323389" cy="461665"/>
          </a:xfrm>
        </p:spPr>
        <p:txBody>
          <a:bodyPr>
            <a:noAutofit/>
          </a:bodyPr>
          <a:lstStyle>
            <a:lvl1pPr marL="0" indent="0" algn="l">
              <a:lnSpc>
                <a:spcPct val="90000"/>
              </a:lnSpc>
              <a:spcBef>
                <a:spcPts val="0"/>
              </a:spcBef>
              <a:buNone/>
              <a:defRPr>
                <a:gradFill>
                  <a:gsLst>
                    <a:gs pos="0">
                      <a:schemeClr val="tx1"/>
                    </a:gs>
                    <a:gs pos="86000">
                      <a:schemeClr val="tx1"/>
                    </a:gs>
                  </a:gsLst>
                  <a:lin ang="5400000" scaled="0"/>
                </a:gra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4" name="Text Placeholder 6"/>
          <p:cNvSpPr>
            <a:spLocks noGrp="1"/>
          </p:cNvSpPr>
          <p:nvPr>
            <p:ph type="body" sz="quarter" idx="10" hasCustomPrompt="1"/>
          </p:nvPr>
        </p:nvSpPr>
        <p:spPr>
          <a:xfrm>
            <a:off x="1065212" y="4876800"/>
            <a:ext cx="10242550" cy="1378644"/>
          </a:xfrm>
        </p:spPr>
        <p:txBody>
          <a:bodyPr anchor="t" anchorCtr="0">
            <a:noAutofit/>
            <a:scene3d>
              <a:camera prst="orthographicFront"/>
              <a:lightRig rig="flat" dir="t"/>
            </a:scene3d>
            <a:sp3d>
              <a:contourClr>
                <a:schemeClr val="tx2"/>
              </a:contourClr>
            </a:sp3d>
          </a:bodyPr>
          <a:lstStyle>
            <a:lvl1pPr marL="0" indent="0" algn="r">
              <a:buFont typeface="Arial" pitchFamily="34" charset="0"/>
              <a:buNone/>
              <a:defRPr kumimoji="0" lang="en-US" sz="10000" b="0" i="1" u="none" strike="noStrike" kern="1200" cap="none" spc="-642" normalizeH="0" baseline="0" noProof="0" dirty="0" smtClean="0">
                <a:ln w="11430"/>
                <a:solidFill>
                  <a:schemeClr val="accent1">
                    <a:alpha val="99000"/>
                  </a:schemeClr>
                </a:solidFill>
                <a:effectLst/>
                <a:uLnTx/>
                <a:uFillTx/>
                <a:latin typeface="+mj-lt"/>
                <a:ea typeface="+mn-ea"/>
                <a:cs typeface="+mn-cs"/>
              </a:defRPr>
            </a:lvl1pPr>
          </a:lstStyle>
          <a:p>
            <a:pPr lvl="0"/>
            <a:r>
              <a:rPr lang="en-US" dirty="0" smtClean="0"/>
              <a:t>click to…</a:t>
            </a:r>
          </a:p>
        </p:txBody>
      </p:sp>
    </p:spTree>
    <p:extLst>
      <p:ext uri="{BB962C8B-B14F-4D97-AF65-F5344CB8AC3E}">
        <p14:creationId xmlns:p14="http://schemas.microsoft.com/office/powerpoint/2010/main" val="1450589864"/>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Demo, Video etc. &quot;special&quot; slid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36612" y="2442175"/>
            <a:ext cx="9323388" cy="1523494"/>
          </a:xfrm>
        </p:spPr>
        <p:txBody>
          <a:bodyPr anchor="ctr" anchorCtr="0">
            <a:noAutofit/>
          </a:bodyPr>
          <a:lstStyle>
            <a:lvl1pPr>
              <a:lnSpc>
                <a:spcPct val="90000"/>
              </a:lnSpc>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836612" y="4191000"/>
            <a:ext cx="9323389" cy="461665"/>
          </a:xfrm>
        </p:spPr>
        <p:txBody>
          <a:bodyPr>
            <a:noAutofit/>
          </a:bodyPr>
          <a:lstStyle>
            <a:lvl1pPr marL="0" indent="0" algn="l">
              <a:lnSpc>
                <a:spcPct val="90000"/>
              </a:lnSpc>
              <a:spcBef>
                <a:spcPts val="0"/>
              </a:spcBef>
              <a:buNone/>
              <a:defRPr>
                <a:gradFill>
                  <a:gsLst>
                    <a:gs pos="0">
                      <a:schemeClr val="tx1"/>
                    </a:gs>
                    <a:gs pos="86000">
                      <a:schemeClr val="tx1"/>
                    </a:gs>
                  </a:gsLst>
                  <a:lin ang="5400000" scaled="0"/>
                </a:gra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5" name="Text Placeholder 6"/>
          <p:cNvSpPr>
            <a:spLocks noGrp="1"/>
          </p:cNvSpPr>
          <p:nvPr>
            <p:ph type="body" sz="quarter" idx="10" hasCustomPrompt="1"/>
          </p:nvPr>
        </p:nvSpPr>
        <p:spPr>
          <a:xfrm>
            <a:off x="1065212" y="4876800"/>
            <a:ext cx="10242550" cy="1378644"/>
          </a:xfrm>
        </p:spPr>
        <p:txBody>
          <a:bodyPr anchor="t" anchorCtr="0">
            <a:noAutofit/>
            <a:scene3d>
              <a:camera prst="orthographicFront"/>
              <a:lightRig rig="flat" dir="t"/>
            </a:scene3d>
            <a:sp3d>
              <a:contourClr>
                <a:schemeClr val="tx2"/>
              </a:contourClr>
            </a:sp3d>
          </a:bodyPr>
          <a:lstStyle>
            <a:lvl1pPr marL="0" indent="0" algn="r">
              <a:buFont typeface="Arial" pitchFamily="34" charset="0"/>
              <a:buNone/>
              <a:defRPr kumimoji="0" lang="en-US" sz="10000" b="0" i="1" u="none" strike="noStrike" kern="1200" cap="none" spc="-642" normalizeH="0" baseline="0" noProof="0" dirty="0" smtClean="0">
                <a:ln w="11430"/>
                <a:solidFill>
                  <a:schemeClr val="accent1">
                    <a:alpha val="99000"/>
                  </a:schemeClr>
                </a:solidFill>
                <a:effectLst/>
                <a:uLnTx/>
                <a:uFillTx/>
                <a:latin typeface="+mj-lt"/>
                <a:ea typeface="+mn-ea"/>
                <a:cs typeface="+mn-cs"/>
              </a:defRPr>
            </a:lvl1pPr>
          </a:lstStyle>
          <a:p>
            <a:pPr lvl="0"/>
            <a:r>
              <a:rPr lang="en-US" dirty="0" smtClean="0"/>
              <a:t>click to…</a:t>
            </a:r>
          </a:p>
        </p:txBody>
      </p:sp>
    </p:spTree>
    <p:extLst>
      <p:ext uri="{BB962C8B-B14F-4D97-AF65-F5344CB8AC3E}">
        <p14:creationId xmlns:p14="http://schemas.microsoft.com/office/powerpoint/2010/main" val="1128821578"/>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Demo, Video etc. &quot;special&quot; slid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36612" y="2442175"/>
            <a:ext cx="9323388" cy="1523494"/>
          </a:xfrm>
        </p:spPr>
        <p:txBody>
          <a:bodyPr anchor="ctr" anchorCtr="0">
            <a:noAutofit/>
          </a:bodyPr>
          <a:lstStyle>
            <a:lvl1pPr>
              <a:lnSpc>
                <a:spcPct val="90000"/>
              </a:lnSpc>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836612" y="4191000"/>
            <a:ext cx="9323389" cy="461665"/>
          </a:xfrm>
        </p:spPr>
        <p:txBody>
          <a:bodyPr>
            <a:noAutofit/>
          </a:bodyPr>
          <a:lstStyle>
            <a:lvl1pPr marL="0" indent="0" algn="l">
              <a:lnSpc>
                <a:spcPct val="90000"/>
              </a:lnSpc>
              <a:spcBef>
                <a:spcPts val="0"/>
              </a:spcBef>
              <a:buNone/>
              <a:defRPr>
                <a:gradFill>
                  <a:gsLst>
                    <a:gs pos="0">
                      <a:schemeClr val="tx1"/>
                    </a:gs>
                    <a:gs pos="86000">
                      <a:schemeClr val="tx1"/>
                    </a:gs>
                  </a:gsLst>
                  <a:lin ang="5400000" scaled="0"/>
                </a:gra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5" name="Text Placeholder 6"/>
          <p:cNvSpPr>
            <a:spLocks noGrp="1"/>
          </p:cNvSpPr>
          <p:nvPr>
            <p:ph type="body" sz="quarter" idx="10" hasCustomPrompt="1"/>
          </p:nvPr>
        </p:nvSpPr>
        <p:spPr>
          <a:xfrm>
            <a:off x="1065212" y="4876800"/>
            <a:ext cx="10242550" cy="1378644"/>
          </a:xfrm>
        </p:spPr>
        <p:txBody>
          <a:bodyPr anchor="t" anchorCtr="0">
            <a:noAutofit/>
            <a:scene3d>
              <a:camera prst="orthographicFront"/>
              <a:lightRig rig="flat" dir="t"/>
            </a:scene3d>
            <a:sp3d>
              <a:contourClr>
                <a:schemeClr val="tx2"/>
              </a:contourClr>
            </a:sp3d>
          </a:bodyPr>
          <a:lstStyle>
            <a:lvl1pPr marL="0" indent="0" algn="r">
              <a:buFont typeface="Arial" pitchFamily="34" charset="0"/>
              <a:buNone/>
              <a:defRPr kumimoji="0" lang="en-US" sz="10000" b="0" i="1" u="none" strike="noStrike" kern="1200" cap="none" spc="-642" normalizeH="0" baseline="0" noProof="0" dirty="0" smtClean="0">
                <a:ln w="11430"/>
                <a:solidFill>
                  <a:schemeClr val="accent1">
                    <a:alpha val="99000"/>
                  </a:schemeClr>
                </a:solidFill>
                <a:effectLst/>
                <a:uLnTx/>
                <a:uFillTx/>
                <a:latin typeface="+mj-lt"/>
                <a:ea typeface="+mn-ea"/>
                <a:cs typeface="+mn-cs"/>
              </a:defRPr>
            </a:lvl1pPr>
          </a:lstStyle>
          <a:p>
            <a:pPr lvl="0"/>
            <a:r>
              <a:rPr lang="en-US" dirty="0" smtClean="0"/>
              <a:t>click to…</a:t>
            </a:r>
          </a:p>
        </p:txBody>
      </p:sp>
    </p:spTree>
    <p:extLst>
      <p:ext uri="{BB962C8B-B14F-4D97-AF65-F5344CB8AC3E}">
        <p14:creationId xmlns:p14="http://schemas.microsoft.com/office/powerpoint/2010/main" val="269119784"/>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Demo, Video etc. &quot;special&quot; slid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36612" y="2442175"/>
            <a:ext cx="9323388" cy="1523494"/>
          </a:xfrm>
        </p:spPr>
        <p:txBody>
          <a:bodyPr anchor="ctr" anchorCtr="0">
            <a:noAutofit/>
          </a:bodyPr>
          <a:lstStyle>
            <a:lvl1pPr>
              <a:lnSpc>
                <a:spcPct val="90000"/>
              </a:lnSpc>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836612" y="4191000"/>
            <a:ext cx="9323389" cy="461665"/>
          </a:xfrm>
        </p:spPr>
        <p:txBody>
          <a:bodyPr>
            <a:noAutofit/>
          </a:bodyPr>
          <a:lstStyle>
            <a:lvl1pPr marL="0" indent="0" algn="l">
              <a:lnSpc>
                <a:spcPct val="90000"/>
              </a:lnSpc>
              <a:spcBef>
                <a:spcPts val="0"/>
              </a:spcBef>
              <a:buNone/>
              <a:defRPr>
                <a:gradFill>
                  <a:gsLst>
                    <a:gs pos="0">
                      <a:schemeClr val="tx1"/>
                    </a:gs>
                    <a:gs pos="86000">
                      <a:schemeClr val="tx1"/>
                    </a:gs>
                  </a:gsLst>
                  <a:lin ang="5400000" scaled="0"/>
                </a:gra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5" name="Text Placeholder 6"/>
          <p:cNvSpPr>
            <a:spLocks noGrp="1"/>
          </p:cNvSpPr>
          <p:nvPr>
            <p:ph type="body" sz="quarter" idx="10" hasCustomPrompt="1"/>
          </p:nvPr>
        </p:nvSpPr>
        <p:spPr>
          <a:xfrm>
            <a:off x="1065212" y="4876800"/>
            <a:ext cx="10242550" cy="1378644"/>
          </a:xfrm>
        </p:spPr>
        <p:txBody>
          <a:bodyPr anchor="t" anchorCtr="0">
            <a:noAutofit/>
            <a:scene3d>
              <a:camera prst="orthographicFront"/>
              <a:lightRig rig="flat" dir="t"/>
            </a:scene3d>
            <a:sp3d>
              <a:contourClr>
                <a:schemeClr val="tx2"/>
              </a:contourClr>
            </a:sp3d>
          </a:bodyPr>
          <a:lstStyle>
            <a:lvl1pPr marL="0" indent="0" algn="r">
              <a:buFont typeface="Arial" pitchFamily="34" charset="0"/>
              <a:buNone/>
              <a:defRPr kumimoji="0" lang="en-US" sz="10000" b="0" i="1" u="none" strike="noStrike" kern="1200" cap="none" spc="-642" normalizeH="0" baseline="0" noProof="0" dirty="0" smtClean="0">
                <a:ln w="11430"/>
                <a:solidFill>
                  <a:schemeClr val="accent1">
                    <a:alpha val="99000"/>
                  </a:schemeClr>
                </a:solidFill>
                <a:effectLst/>
                <a:uLnTx/>
                <a:uFillTx/>
                <a:latin typeface="+mj-lt"/>
                <a:ea typeface="+mn-ea"/>
                <a:cs typeface="+mn-cs"/>
              </a:defRPr>
            </a:lvl1pPr>
          </a:lstStyle>
          <a:p>
            <a:pPr lvl="0"/>
            <a:r>
              <a:rPr lang="en-US" dirty="0" smtClean="0"/>
              <a:t>click to…</a:t>
            </a:r>
          </a:p>
        </p:txBody>
      </p:sp>
    </p:spTree>
    <p:extLst>
      <p:ext uri="{BB962C8B-B14F-4D97-AF65-F5344CB8AC3E}">
        <p14:creationId xmlns:p14="http://schemas.microsoft.com/office/powerpoint/2010/main" val="3488030073"/>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Demo, Video etc. &quot;special&quot; slid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36612" y="2442175"/>
            <a:ext cx="9323388" cy="1523494"/>
          </a:xfrm>
        </p:spPr>
        <p:txBody>
          <a:bodyPr anchor="ctr" anchorCtr="0">
            <a:noAutofit/>
          </a:bodyPr>
          <a:lstStyle>
            <a:lvl1pPr>
              <a:lnSpc>
                <a:spcPct val="90000"/>
              </a:lnSpc>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836612" y="4191000"/>
            <a:ext cx="9323389" cy="461665"/>
          </a:xfrm>
        </p:spPr>
        <p:txBody>
          <a:bodyPr>
            <a:noAutofit/>
          </a:bodyPr>
          <a:lstStyle>
            <a:lvl1pPr marL="0" indent="0" algn="l">
              <a:lnSpc>
                <a:spcPct val="90000"/>
              </a:lnSpc>
              <a:spcBef>
                <a:spcPts val="0"/>
              </a:spcBef>
              <a:buNone/>
              <a:defRPr>
                <a:gradFill>
                  <a:gsLst>
                    <a:gs pos="0">
                      <a:schemeClr val="tx1"/>
                    </a:gs>
                    <a:gs pos="86000">
                      <a:schemeClr val="tx1"/>
                    </a:gs>
                  </a:gsLst>
                  <a:lin ang="5400000" scaled="0"/>
                </a:gra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5" name="Text Placeholder 6"/>
          <p:cNvSpPr>
            <a:spLocks noGrp="1"/>
          </p:cNvSpPr>
          <p:nvPr>
            <p:ph type="body" sz="quarter" idx="10" hasCustomPrompt="1"/>
          </p:nvPr>
        </p:nvSpPr>
        <p:spPr>
          <a:xfrm>
            <a:off x="1065212" y="4876800"/>
            <a:ext cx="10242550" cy="1378644"/>
          </a:xfrm>
        </p:spPr>
        <p:txBody>
          <a:bodyPr anchor="t" anchorCtr="0">
            <a:noAutofit/>
            <a:scene3d>
              <a:camera prst="orthographicFront"/>
              <a:lightRig rig="flat" dir="t"/>
            </a:scene3d>
            <a:sp3d>
              <a:contourClr>
                <a:schemeClr val="tx2"/>
              </a:contourClr>
            </a:sp3d>
          </a:bodyPr>
          <a:lstStyle>
            <a:lvl1pPr marL="0" indent="0" algn="r">
              <a:buFont typeface="Arial" pitchFamily="34" charset="0"/>
              <a:buNone/>
              <a:defRPr kumimoji="0" lang="en-US" sz="10000" b="0" i="1" u="none" strike="noStrike" kern="1200" cap="none" spc="-642" normalizeH="0" baseline="0" noProof="0" dirty="0" smtClean="0">
                <a:ln w="11430"/>
                <a:solidFill>
                  <a:schemeClr val="accent1">
                    <a:alpha val="99000"/>
                  </a:schemeClr>
                </a:solidFill>
                <a:effectLst/>
                <a:uLnTx/>
                <a:uFillTx/>
                <a:latin typeface="+mj-lt"/>
                <a:ea typeface="+mn-ea"/>
                <a:cs typeface="+mn-cs"/>
              </a:defRPr>
            </a:lvl1pPr>
          </a:lstStyle>
          <a:p>
            <a:pPr lvl="0"/>
            <a:r>
              <a:rPr lang="en-US" dirty="0" smtClean="0"/>
              <a:t>click to…</a:t>
            </a:r>
          </a:p>
        </p:txBody>
      </p:sp>
    </p:spTree>
    <p:extLst>
      <p:ext uri="{BB962C8B-B14F-4D97-AF65-F5344CB8AC3E}">
        <p14:creationId xmlns:p14="http://schemas.microsoft.com/office/powerpoint/2010/main" val="3102669537"/>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19112" y="228600"/>
            <a:ext cx="11149013" cy="609398"/>
          </a:xfrm>
        </p:spPr>
        <p:txBody>
          <a:bodyPr/>
          <a:lstStyle>
            <a:lvl1pPr>
              <a:defRPr/>
            </a:lvl1pPr>
          </a:lstStyle>
          <a:p>
            <a:r>
              <a:rPr lang="en-US" smtClean="0"/>
              <a:t>Click to edit Master title style</a:t>
            </a:r>
            <a:endParaRPr lang="en-US" dirty="0"/>
          </a:p>
        </p:txBody>
      </p:sp>
      <p:sp>
        <p:nvSpPr>
          <p:cNvPr id="5" name="Text Placeholder 4"/>
          <p:cNvSpPr>
            <a:spLocks noGrp="1"/>
          </p:cNvSpPr>
          <p:nvPr>
            <p:ph type="body" sz="quarter" idx="10"/>
          </p:nvPr>
        </p:nvSpPr>
        <p:spPr>
          <a:xfrm>
            <a:off x="519112" y="1447799"/>
            <a:ext cx="11149013" cy="197356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Title and Content">
    <p:bg>
      <p:bgPr>
        <a:blipFill dpi="0" rotWithShape="1">
          <a:blip r:embed="rId2">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19112" y="228600"/>
            <a:ext cx="11149013" cy="609398"/>
          </a:xfrm>
        </p:spPr>
        <p:txBody>
          <a:bodyPr/>
          <a:lstStyle>
            <a:lvl1pPr>
              <a:defRPr/>
            </a:lvl1pPr>
          </a:lstStyle>
          <a:p>
            <a:r>
              <a:rPr lang="en-US" smtClean="0"/>
              <a:t>Click to edit Master title style</a:t>
            </a:r>
            <a:endParaRPr lang="en-US" dirty="0"/>
          </a:p>
        </p:txBody>
      </p:sp>
      <p:sp>
        <p:nvSpPr>
          <p:cNvPr id="5" name="Text Placeholder 4"/>
          <p:cNvSpPr>
            <a:spLocks noGrp="1"/>
          </p:cNvSpPr>
          <p:nvPr>
            <p:ph type="body" sz="quarter" idx="10"/>
          </p:nvPr>
        </p:nvSpPr>
        <p:spPr>
          <a:xfrm>
            <a:off x="519112" y="1447799"/>
            <a:ext cx="11149013" cy="2000548"/>
          </a:xfrm>
        </p:spPr>
        <p:txBody>
          <a:bodyPr/>
          <a:lstStyle>
            <a:lvl1pPr marL="460375" indent="-460375">
              <a:buFontTx/>
              <a:buBlip>
                <a:blip r:embed="rId3"/>
              </a:buBlip>
              <a:defRPr/>
            </a:lvl1pPr>
            <a:lvl2pPr marL="855663" indent="-395288">
              <a:buFontTx/>
              <a:buBlip>
                <a:blip r:embed="rId3"/>
              </a:buBlip>
              <a:defRPr/>
            </a:lvl2pPr>
            <a:lvl3pPr marL="1258888" indent="-403225">
              <a:buFontTx/>
              <a:buBlip>
                <a:blip r:embed="rId3"/>
              </a:buBlip>
              <a:defRPr/>
            </a:lvl3pPr>
            <a:lvl4pPr marL="1604963" indent="-346075">
              <a:buFontTx/>
              <a:buBlip>
                <a:blip r:embed="rId3"/>
              </a:buBlip>
              <a:defRPr/>
            </a:lvl4pPr>
            <a:lvl5pPr marL="1941513" indent="-336550">
              <a:buFontTx/>
              <a:buBlip>
                <a:blip r:embed="rId3"/>
              </a:buBlip>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802304498"/>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Content Placeholder 2"/>
          <p:cNvSpPr>
            <a:spLocks noGrp="1"/>
          </p:cNvSpPr>
          <p:nvPr>
            <p:ph idx="1"/>
          </p:nvPr>
        </p:nvSpPr>
        <p:spPr>
          <a:xfrm>
            <a:off x="519112" y="1447799"/>
            <a:ext cx="11149013" cy="2000548"/>
          </a:xfrm>
        </p:spPr>
        <p:txBody>
          <a:bodyPr/>
          <a:lstStyle>
            <a:lvl1pPr marL="460375" indent="-460375">
              <a:lnSpc>
                <a:spcPct val="90000"/>
              </a:lnSpc>
              <a:buFontTx/>
              <a:buBlip>
                <a:blip r:embed="rId2"/>
              </a:buBlip>
              <a:defRPr/>
            </a:lvl1pPr>
            <a:lvl2pPr marL="855663" indent="-395288">
              <a:lnSpc>
                <a:spcPct val="90000"/>
              </a:lnSpc>
              <a:buFontTx/>
              <a:buBlip>
                <a:blip r:embed="rId2"/>
              </a:buBlip>
              <a:defRPr/>
            </a:lvl2pPr>
            <a:lvl3pPr marL="1258888" indent="-403225">
              <a:lnSpc>
                <a:spcPct val="90000"/>
              </a:lnSpc>
              <a:buFontTx/>
              <a:buBlip>
                <a:blip r:embed="rId2"/>
              </a:buBlip>
              <a:defRPr/>
            </a:lvl3pPr>
            <a:lvl4pPr marL="1604963" indent="-346075">
              <a:lnSpc>
                <a:spcPct val="90000"/>
              </a:lnSpc>
              <a:buFontTx/>
              <a:buBlip>
                <a:blip r:embed="rId2"/>
              </a:buBlip>
              <a:defRPr/>
            </a:lvl4pPr>
            <a:lvl5pPr marL="1941513" indent="-336550">
              <a:lnSpc>
                <a:spcPct val="90000"/>
              </a:lnSpc>
              <a:buFontTx/>
              <a:buBlip>
                <a:blip r:embed="rId2"/>
              </a:buBlip>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Content Placeholder 2"/>
          <p:cNvSpPr>
            <a:spLocks noGrp="1"/>
          </p:cNvSpPr>
          <p:nvPr>
            <p:ph sz="half" idx="1"/>
          </p:nvPr>
        </p:nvSpPr>
        <p:spPr>
          <a:xfrm>
            <a:off x="519113" y="1447800"/>
            <a:ext cx="5486400" cy="1742015"/>
          </a:xfrm>
        </p:spPr>
        <p:txBody>
          <a:bodyPr/>
          <a:lstStyle>
            <a:lvl1pPr marL="339976" indent="-339976">
              <a:lnSpc>
                <a:spcPct val="90000"/>
              </a:lnSpc>
              <a:buFontTx/>
              <a:buBlip>
                <a:blip r:embed="rId2"/>
              </a:buBlip>
              <a:defRPr sz="2800"/>
            </a:lvl1pPr>
            <a:lvl2pPr marL="673338" indent="-325424">
              <a:lnSpc>
                <a:spcPct val="90000"/>
              </a:lnSpc>
              <a:buFontTx/>
              <a:buBlip>
                <a:blip r:embed="rId2"/>
              </a:buBlip>
              <a:defRPr sz="2400"/>
            </a:lvl2pPr>
            <a:lvl3pPr marL="953785" indent="-288384">
              <a:lnSpc>
                <a:spcPct val="90000"/>
              </a:lnSpc>
              <a:buFontTx/>
              <a:buBlip>
                <a:blip r:embed="rId2"/>
              </a:buBlip>
              <a:defRPr sz="2000"/>
            </a:lvl3pPr>
            <a:lvl4pPr marL="1227618" indent="-273833">
              <a:lnSpc>
                <a:spcPct val="90000"/>
              </a:lnSpc>
              <a:buFontTx/>
              <a:buBlip>
                <a:blip r:embed="rId2"/>
              </a:buBlip>
              <a:defRPr sz="1800"/>
            </a:lvl4pPr>
            <a:lvl5pPr marL="1516002" indent="-280447">
              <a:lnSpc>
                <a:spcPct val="90000"/>
              </a:lnSpc>
              <a:buFontTx/>
              <a:buBlip>
                <a:blip r:embed="rId2"/>
              </a:buBlip>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1725" y="1447800"/>
            <a:ext cx="5486400" cy="1742015"/>
          </a:xfrm>
        </p:spPr>
        <p:txBody>
          <a:bodyPr/>
          <a:lstStyle>
            <a:lvl1pPr marL="347914" indent="-347914">
              <a:lnSpc>
                <a:spcPct val="90000"/>
              </a:lnSpc>
              <a:buFontTx/>
              <a:buBlip>
                <a:blip r:embed="rId2"/>
              </a:buBlip>
              <a:defRPr sz="2800"/>
            </a:lvl1pPr>
            <a:lvl2pPr marL="673338" indent="-339976">
              <a:lnSpc>
                <a:spcPct val="90000"/>
              </a:lnSpc>
              <a:buFontTx/>
              <a:buBlip>
                <a:blip r:embed="rId2"/>
              </a:buBlip>
              <a:defRPr sz="2400"/>
            </a:lvl2pPr>
            <a:lvl3pPr marL="961722" indent="-302936">
              <a:lnSpc>
                <a:spcPct val="90000"/>
              </a:lnSpc>
              <a:buFontTx/>
              <a:buBlip>
                <a:blip r:embed="rId2"/>
              </a:buBlip>
              <a:defRPr sz="2000"/>
            </a:lvl3pPr>
            <a:lvl4pPr marL="1227618" indent="-265896">
              <a:lnSpc>
                <a:spcPct val="90000"/>
              </a:lnSpc>
              <a:buFontTx/>
              <a:buBlip>
                <a:blip r:embed="rId2"/>
              </a:buBlip>
              <a:defRPr sz="1800"/>
            </a:lvl4pPr>
            <a:lvl5pPr marL="1516002" indent="-273833">
              <a:lnSpc>
                <a:spcPct val="90000"/>
              </a:lnSpc>
              <a:buFontTx/>
              <a:buBlip>
                <a:blip r:embed="rId2"/>
              </a:buBlip>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519113" y="1447800"/>
            <a:ext cx="5486400" cy="310002"/>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07867" y="2133600"/>
            <a:ext cx="5484971" cy="1537344"/>
          </a:xfrm>
        </p:spPr>
        <p:txBody>
          <a:bodyPr/>
          <a:lstStyle>
            <a:lvl1pPr marL="281770" indent="-281770">
              <a:buFontTx/>
              <a:buBlip>
                <a:blip r:embed="rId2"/>
              </a:buBlip>
              <a:defRPr sz="2300"/>
            </a:lvl1pPr>
            <a:lvl2pPr marL="562218" indent="-265896">
              <a:buFontTx/>
              <a:buBlip>
                <a:blip r:embed="rId2"/>
              </a:buBlip>
              <a:defRPr sz="2000"/>
            </a:lvl2pPr>
            <a:lvl3pPr marL="813562" indent="-243407">
              <a:buFontTx/>
              <a:buBlip>
                <a:blip r:embed="rId2"/>
              </a:buBlip>
              <a:defRPr sz="1800"/>
            </a:lvl3pPr>
            <a:lvl4pPr marL="1050354" indent="-228856">
              <a:buFontTx/>
              <a:buBlip>
                <a:blip r:embed="rId2"/>
              </a:buBlip>
              <a:defRPr sz="1700"/>
            </a:lvl4pPr>
            <a:lvl5pPr marL="1279210" indent="-206367">
              <a:buFontTx/>
              <a:buBlip>
                <a:blip r:embed="rId2"/>
              </a:buBlip>
              <a:defRPr sz="17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1725" y="1447800"/>
            <a:ext cx="5486400" cy="310002"/>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81725" y="2133600"/>
            <a:ext cx="5486400" cy="1578619"/>
          </a:xfrm>
        </p:spPr>
        <p:txBody>
          <a:bodyPr/>
          <a:lstStyle>
            <a:lvl1pPr marL="296321" indent="-296321">
              <a:buFontTx/>
              <a:buBlip>
                <a:blip r:embed="rId2"/>
              </a:buBlip>
              <a:defRPr sz="2300"/>
            </a:lvl1pPr>
            <a:lvl2pPr marL="570155" indent="-273833">
              <a:buFontTx/>
              <a:buBlip>
                <a:blip r:embed="rId2"/>
              </a:buBlip>
              <a:defRPr sz="2000"/>
            </a:lvl2pPr>
            <a:lvl3pPr marL="821499" indent="-244730">
              <a:buFontTx/>
              <a:buBlip>
                <a:blip r:embed="rId2"/>
              </a:buBlip>
              <a:defRPr sz="1800"/>
            </a:lvl3pPr>
            <a:lvl4pPr marL="1050354" indent="-236793">
              <a:buFontTx/>
              <a:buBlip>
                <a:blip r:embed="rId2"/>
              </a:buBlip>
              <a:defRPr sz="1700"/>
            </a:lvl4pPr>
            <a:lvl5pPr marL="1279210" indent="-220919">
              <a:buFontTx/>
              <a:buBlip>
                <a:blip r:embed="rId2"/>
              </a:buBlip>
              <a:defRPr sz="17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1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8718961"/>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1_WALKIN - Prints in GRAYSCALE">
    <p:bg bwMode="ltGray">
      <p:bgPr>
        <a:blipFill dpi="0" rotWithShape="1">
          <a:blip r:embed="rId2">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2076905"/>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lack Layout - Title and Conten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flip="none" rotWithShape="1">
                  <a:gsLst>
                    <a:gs pos="417">
                      <a:srgbClr val="FFFFFF"/>
                    </a:gs>
                    <a:gs pos="100000">
                      <a:srgbClr val="FFFFFF"/>
                    </a:gs>
                  </a:gsLst>
                  <a:lin ang="5400000" scaled="0"/>
                  <a:tileRect/>
                </a:gradFill>
              </a:defRPr>
            </a:lvl1p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519112" y="1447799"/>
            <a:ext cx="11149013" cy="1964301"/>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defRPr>
            </a:lvl1pPr>
            <a:lvl2pPr>
              <a:buClr>
                <a:srgbClr val="FFFFFF"/>
              </a:buClr>
              <a:buSzPct val="70000"/>
              <a:buFont typeface="Wingdings" pitchFamily="2" charset="2"/>
              <a:buChar char="l"/>
              <a:defRPr>
                <a:gradFill>
                  <a:gsLst>
                    <a:gs pos="0">
                      <a:srgbClr val="FFFFFF"/>
                    </a:gs>
                    <a:gs pos="86000">
                      <a:srgbClr val="FFFFFF"/>
                    </a:gs>
                  </a:gsLst>
                  <a:lin ang="5400000" scaled="0"/>
                </a:gradFill>
              </a:defRPr>
            </a:lvl2pPr>
            <a:lvl3pPr>
              <a:buClr>
                <a:srgbClr val="FFFFFF"/>
              </a:buClr>
              <a:buSzPct val="70000"/>
              <a:buFont typeface="Wingdings" pitchFamily="2" charset="2"/>
              <a:buChar char="l"/>
              <a:defRPr>
                <a:gradFill>
                  <a:gsLst>
                    <a:gs pos="0">
                      <a:srgbClr val="FFFFFF"/>
                    </a:gs>
                    <a:gs pos="86000">
                      <a:srgbClr val="FFFFFF"/>
                    </a:gs>
                  </a:gsLst>
                  <a:lin ang="5400000" scaled="0"/>
                </a:gradFill>
              </a:defRPr>
            </a:lvl3pPr>
            <a:lvl4pPr>
              <a:buClr>
                <a:srgbClr val="FFFFFF"/>
              </a:buClr>
              <a:buSzPct val="70000"/>
              <a:buFont typeface="Wingdings" pitchFamily="2" charset="2"/>
              <a:buChar char="l"/>
              <a:defRPr>
                <a:gradFill>
                  <a:gsLst>
                    <a:gs pos="0">
                      <a:srgbClr val="FFFFFF"/>
                    </a:gs>
                    <a:gs pos="86000">
                      <a:srgbClr val="FFFFFF"/>
                    </a:gs>
                  </a:gsLst>
                  <a:lin ang="5400000" scaled="0"/>
                </a:gradFill>
              </a:defRPr>
            </a:lvl4pPr>
            <a:lvl5pPr>
              <a:buClr>
                <a:srgbClr val="FFFFFF"/>
              </a:buClr>
              <a:buSzPct val="70000"/>
              <a:buFont typeface="Wingdings" pitchFamily="2" charset="2"/>
              <a:buChar char="l"/>
              <a:defRPr>
                <a:gradFill>
                  <a:gsLst>
                    <a:gs pos="0">
                      <a:srgbClr val="FFFFFF"/>
                    </a:gs>
                    <a:gs pos="86000">
                      <a:srgbClr val="FFFFFF"/>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417">
                      <a:srgbClr val="FFFFFF"/>
                    </a:gs>
                    <a:gs pos="100000">
                      <a:srgbClr val="FFFFFF"/>
                    </a:gs>
                  </a:gsLst>
                  <a:lin ang="5400000" scaled="0"/>
                </a:gradFill>
              </a:defRPr>
            </a:lvl1p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519112" y="1447799"/>
            <a:ext cx="11149013" cy="1964301"/>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defRPr>
            </a:lvl1pPr>
            <a:lvl2pPr>
              <a:buClr>
                <a:srgbClr val="FFFFFF"/>
              </a:buClr>
              <a:buSzPct val="70000"/>
              <a:buFont typeface="Wingdings" pitchFamily="2" charset="2"/>
              <a:buChar char="l"/>
              <a:defRPr>
                <a:gradFill>
                  <a:gsLst>
                    <a:gs pos="0">
                      <a:srgbClr val="FFFFFF"/>
                    </a:gs>
                    <a:gs pos="86000">
                      <a:srgbClr val="FFFFFF"/>
                    </a:gs>
                  </a:gsLst>
                  <a:lin ang="5400000" scaled="0"/>
                </a:gradFill>
              </a:defRPr>
            </a:lvl2pPr>
            <a:lvl3pPr>
              <a:buClr>
                <a:srgbClr val="FFFFFF"/>
              </a:buClr>
              <a:buSzPct val="70000"/>
              <a:buFont typeface="Wingdings" pitchFamily="2" charset="2"/>
              <a:buChar char="l"/>
              <a:defRPr>
                <a:gradFill>
                  <a:gsLst>
                    <a:gs pos="0">
                      <a:srgbClr val="FFFFFF"/>
                    </a:gs>
                    <a:gs pos="86000">
                      <a:srgbClr val="FFFFFF"/>
                    </a:gs>
                  </a:gsLst>
                  <a:lin ang="5400000" scaled="0"/>
                </a:gradFill>
              </a:defRPr>
            </a:lvl3pPr>
            <a:lvl4pPr>
              <a:buClr>
                <a:srgbClr val="FFFFFF"/>
              </a:buClr>
              <a:buSzPct val="70000"/>
              <a:buFont typeface="Wingdings" pitchFamily="2" charset="2"/>
              <a:buChar char="l"/>
              <a:defRPr>
                <a:gradFill>
                  <a:gsLst>
                    <a:gs pos="0">
                      <a:srgbClr val="FFFFFF"/>
                    </a:gs>
                    <a:gs pos="86000">
                      <a:srgbClr val="FFFFFF"/>
                    </a:gs>
                  </a:gsLst>
                  <a:lin ang="5400000" scaled="0"/>
                </a:gradFill>
              </a:defRPr>
            </a:lvl4pPr>
            <a:lvl5pPr>
              <a:buClr>
                <a:srgbClr val="FFFFFF"/>
              </a:buClr>
              <a:buSzPct val="70000"/>
              <a:buFont typeface="Wingdings" pitchFamily="2" charset="2"/>
              <a:buChar char="l"/>
              <a:defRPr>
                <a:gradFill>
                  <a:gsLst>
                    <a:gs pos="0">
                      <a:srgbClr val="FFFFFF"/>
                    </a:gs>
                    <a:gs pos="86000">
                      <a:srgbClr val="FFFFFF"/>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6"/>
          <p:cNvSpPr>
            <a:spLocks noGrp="1"/>
          </p:cNvSpPr>
          <p:nvPr>
            <p:ph type="body" sz="quarter" idx="11"/>
          </p:nvPr>
        </p:nvSpPr>
        <p:spPr>
          <a:xfrm>
            <a:off x="1" y="6238876"/>
            <a:ext cx="12188826" cy="619125"/>
          </a:xfrm>
          <a:solidFill>
            <a:srgbClr val="FFFF99"/>
          </a:solidFill>
        </p:spPr>
        <p:txBody>
          <a:bodyPr wrap="square" lIns="152394" tIns="76197" rIns="152394" bIns="76197" anchor="b" anchorCtr="0">
            <a:noAutofit/>
          </a:bodyPr>
          <a:lstStyle>
            <a:lvl1pPr algn="r">
              <a:buFont typeface="Arial" pitchFamily="34" charset="0"/>
              <a:buNone/>
              <a:defRPr spc="-50" baseline="0">
                <a:gradFill>
                  <a:gsLst>
                    <a:gs pos="0">
                      <a:srgbClr val="000000"/>
                    </a:gs>
                    <a:gs pos="100000">
                      <a:srgbClr val="000000"/>
                    </a:gs>
                  </a:gsLst>
                  <a:lin ang="5400000" scaled="0"/>
                </a:gradFill>
                <a:effectLst/>
                <a:latin typeface="Segoe UI" pitchFamily="34" charset="0"/>
              </a:defRPr>
            </a:lvl1pPr>
          </a:lstStyle>
          <a:p>
            <a:pPr lvl="0"/>
            <a:r>
              <a:rPr lang="en-US" smtClean="0"/>
              <a:t>Click to edit Master text styles</a:t>
            </a:r>
          </a:p>
        </p:txBody>
      </p:sp>
    </p:spTree>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defRPr>
            </a:lvl1pPr>
          </a:lstStyle>
          <a:p>
            <a:r>
              <a:rPr lang="en-US" dirty="0" smtClean="0"/>
              <a:t>Click to edit Master title style</a:t>
            </a:r>
            <a:endParaRPr lang="en-US" dirty="0"/>
          </a:p>
        </p:txBody>
      </p:sp>
      <p:sp>
        <p:nvSpPr>
          <p:cNvPr id="3" name="Rectangle 3"/>
          <p:cNvSpPr>
            <a:spLocks noGrp="1" noChangeArrowheads="1"/>
          </p:cNvSpPr>
          <p:nvPr>
            <p:ph idx="1"/>
          </p:nvPr>
        </p:nvSpPr>
        <p:spPr bwMode="auto">
          <a:xfrm>
            <a:off x="304721" y="1219200"/>
            <a:ext cx="11579384" cy="917174"/>
          </a:xfrm>
          <a:prstGeom prst="rect">
            <a:avLst/>
          </a:prstGeom>
          <a:noFill/>
          <a:ln w="9525">
            <a:noFill/>
            <a:miter lim="800000"/>
            <a:headEnd/>
            <a:tailEnd/>
          </a:ln>
        </p:spPr>
        <p:txBody>
          <a:bodyPr/>
          <a:lstStyle>
            <a:lvl1pPr>
              <a:buFont typeface="Arial" pitchFamily="34" charset="0"/>
              <a:buChar char="•"/>
              <a:defRPr>
                <a:solidFill>
                  <a:schemeClr val="tx1"/>
                </a:solidFill>
              </a:defRPr>
            </a:lvl1pPr>
            <a:lvl2pPr>
              <a:buFont typeface="Franklin Gothic Medium"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smtClean="0"/>
              <a:t>Click to edit Master text styles</a:t>
            </a:r>
          </a:p>
          <a:p>
            <a:pPr lvl="1"/>
            <a:r>
              <a:rPr lang="en-US" dirty="0" smtClean="0"/>
              <a:t>Second level</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Use for slides with Software Code">
    <p:bg>
      <p:bgPr>
        <a:blipFill dpi="0" rotWithShape="1">
          <a:blip r:embed="rId2">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alpha val="99000"/>
                  </a:schemeClr>
                </a:solidFill>
              </a:defRPr>
            </a:lvl1pPr>
          </a:lstStyle>
          <a:p>
            <a:r>
              <a:rPr lang="en-US" dirty="0" smtClean="0"/>
              <a:t>Click to edit Master title style</a:t>
            </a:r>
            <a:endParaRPr lang="en-US" dirty="0"/>
          </a:p>
        </p:txBody>
      </p:sp>
      <p:sp>
        <p:nvSpPr>
          <p:cNvPr id="6" name="Text Placeholder 5"/>
          <p:cNvSpPr>
            <a:spLocks noGrp="1"/>
          </p:cNvSpPr>
          <p:nvPr>
            <p:ph type="body" sz="quarter" idx="10"/>
          </p:nvPr>
        </p:nvSpPr>
        <p:spPr>
          <a:xfrm>
            <a:off x="519114" y="1905000"/>
            <a:ext cx="11149012" cy="2108269"/>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jpe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theme" Target="../theme/theme2.xml"/><Relationship Id="rId1"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Pr>
        <a:blipFill dpi="0" rotWithShape="1">
          <a:blip r:embed="rId2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112" y="228600"/>
            <a:ext cx="11149013" cy="609398"/>
          </a:xfrm>
          <a:prstGeom prst="rect">
            <a:avLst/>
          </a:prstGeom>
        </p:spPr>
        <p:txBody>
          <a:bodyPr vert="horz" wrap="square" lIns="0" tIns="0" rIns="0" bIns="0" rtlCol="0" anchor="t">
            <a:spAutoFit/>
          </a:bodyPr>
          <a:lstStyle/>
          <a:p>
            <a:r>
              <a:rPr lang="en-US" smtClean="0"/>
              <a:t>Click to edit Master title style</a:t>
            </a:r>
            <a:endParaRPr lang="en-US" dirty="0"/>
          </a:p>
        </p:txBody>
      </p:sp>
      <p:sp>
        <p:nvSpPr>
          <p:cNvPr id="3" name="Text Placeholder 2"/>
          <p:cNvSpPr>
            <a:spLocks noGrp="1"/>
          </p:cNvSpPr>
          <p:nvPr>
            <p:ph type="body" idx="1"/>
          </p:nvPr>
        </p:nvSpPr>
        <p:spPr>
          <a:xfrm>
            <a:off x="519113" y="1447800"/>
            <a:ext cx="11149012" cy="2000548"/>
          </a:xfrm>
          <a:prstGeom prst="rect">
            <a:avLst/>
          </a:prstGeom>
        </p:spPr>
        <p:txBody>
          <a:bodyPr vert="horz" wrap="square" lIns="0" tIns="0" rIns="0" bIns="0" rtlCol="0">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 bg1="dk1" tx1="lt1" bg2="dk2" tx2="lt2" accent1="accent1" accent2="accent2" accent3="accent3" accent4="accent4" accent5="accent5" accent6="accent6" hlink="hlink" folHlink="folHlink"/>
  <p:sldLayoutIdLst>
    <p:sldLayoutId id="2147483740" r:id="rId1"/>
    <p:sldLayoutId id="2147483695" r:id="rId2"/>
    <p:sldLayoutId id="2147483726" r:id="rId3"/>
    <p:sldLayoutId id="2147483722" r:id="rId4"/>
    <p:sldLayoutId id="2147483727" r:id="rId5"/>
    <p:sldLayoutId id="2147483733" r:id="rId6"/>
    <p:sldLayoutId id="2147483734" r:id="rId7"/>
    <p:sldLayoutId id="2147483696" r:id="rId8"/>
    <p:sldLayoutId id="2147483731" r:id="rId9"/>
    <p:sldLayoutId id="2147483697" r:id="rId10"/>
    <p:sldLayoutId id="2147483698" r:id="rId11"/>
    <p:sldLayoutId id="2147483699" r:id="rId12"/>
    <p:sldLayoutId id="2147483700" r:id="rId13"/>
    <p:sldLayoutId id="2147483701" r:id="rId14"/>
    <p:sldLayoutId id="2147483728" r:id="rId15"/>
    <p:sldLayoutId id="2147483735" r:id="rId16"/>
    <p:sldLayoutId id="2147483703" r:id="rId17"/>
    <p:sldLayoutId id="2147483704" r:id="rId18"/>
    <p:sldLayoutId id="2147483741" r:id="rId19"/>
  </p:sldLayoutIdLst>
  <p:transition>
    <p:fade/>
  </p:transition>
  <p:txStyles>
    <p:titleStyle>
      <a:lvl1pPr algn="l" defTabSz="914363" rtl="0" eaLnBrk="1" latinLnBrk="0" hangingPunct="1">
        <a:lnSpc>
          <a:spcPct val="90000"/>
        </a:lnSpc>
        <a:spcBef>
          <a:spcPct val="0"/>
        </a:spcBef>
        <a:buNone/>
        <a:defRPr lang="en-US" sz="4400" b="0" kern="1200" cap="none" spc="-100" baseline="0" dirty="0" smtClean="0">
          <a:ln w="3175">
            <a:noFill/>
          </a:ln>
          <a:gradFill flip="none" rotWithShape="1">
            <a:gsLst>
              <a:gs pos="0">
                <a:schemeClr val="tx1"/>
              </a:gs>
              <a:gs pos="86000">
                <a:schemeClr val="tx1"/>
              </a:gs>
            </a:gsLst>
            <a:lin ang="5400000" scaled="0"/>
            <a:tileRect/>
          </a:gradFill>
          <a:effectLst/>
          <a:latin typeface="+mj-lt"/>
          <a:ea typeface="+mn-ea"/>
          <a:cs typeface="Arial" charset="0"/>
        </a:defRPr>
      </a:lvl1pPr>
    </p:titleStyle>
    <p:bodyStyle>
      <a:lvl1pPr marL="460375" indent="-460375" algn="l" defTabSz="914363" rtl="0" eaLnBrk="1" latinLnBrk="0" hangingPunct="1">
        <a:lnSpc>
          <a:spcPct val="90000"/>
        </a:lnSpc>
        <a:spcBef>
          <a:spcPct val="20000"/>
        </a:spcBef>
        <a:buSzPct val="90000"/>
        <a:buFontTx/>
        <a:buBlip>
          <a:blip r:embed="rId22"/>
        </a:buBlip>
        <a:defRPr sz="3200" kern="1200">
          <a:gradFill>
            <a:gsLst>
              <a:gs pos="0">
                <a:schemeClr val="tx1"/>
              </a:gs>
              <a:gs pos="86000">
                <a:schemeClr val="tx1"/>
              </a:gs>
            </a:gsLst>
            <a:lin ang="5400000" scaled="0"/>
          </a:gradFill>
          <a:latin typeface="+mn-lt"/>
          <a:ea typeface="+mn-ea"/>
          <a:cs typeface="+mn-cs"/>
        </a:defRPr>
      </a:lvl1pPr>
      <a:lvl2pPr marL="855663" indent="-395288" algn="l" defTabSz="914363" rtl="0" eaLnBrk="1" latinLnBrk="0" hangingPunct="1">
        <a:lnSpc>
          <a:spcPct val="90000"/>
        </a:lnSpc>
        <a:spcBef>
          <a:spcPct val="20000"/>
        </a:spcBef>
        <a:buSzPct val="90000"/>
        <a:buFontTx/>
        <a:buBlip>
          <a:blip r:embed="rId22"/>
        </a:buBlip>
        <a:defRPr sz="2800" kern="1200">
          <a:gradFill>
            <a:gsLst>
              <a:gs pos="0">
                <a:schemeClr val="tx1"/>
              </a:gs>
              <a:gs pos="86000">
                <a:schemeClr val="tx1"/>
              </a:gs>
            </a:gsLst>
            <a:lin ang="5400000" scaled="0"/>
          </a:gradFill>
          <a:latin typeface="+mn-lt"/>
          <a:ea typeface="+mn-ea"/>
          <a:cs typeface="+mn-cs"/>
        </a:defRPr>
      </a:lvl2pPr>
      <a:lvl3pPr marL="1258888" indent="-403225" algn="l" defTabSz="914363" rtl="0" eaLnBrk="1" latinLnBrk="0" hangingPunct="1">
        <a:lnSpc>
          <a:spcPct val="90000"/>
        </a:lnSpc>
        <a:spcBef>
          <a:spcPct val="20000"/>
        </a:spcBef>
        <a:buSzPct val="90000"/>
        <a:buFontTx/>
        <a:buBlip>
          <a:blip r:embed="rId22"/>
        </a:buBlip>
        <a:defRPr sz="2400" kern="1200">
          <a:gradFill>
            <a:gsLst>
              <a:gs pos="0">
                <a:schemeClr val="tx1"/>
              </a:gs>
              <a:gs pos="86000">
                <a:schemeClr val="tx1"/>
              </a:gs>
            </a:gsLst>
            <a:lin ang="5400000" scaled="0"/>
          </a:gradFill>
          <a:latin typeface="+mn-lt"/>
          <a:ea typeface="+mn-ea"/>
          <a:cs typeface="+mn-cs"/>
        </a:defRPr>
      </a:lvl3pPr>
      <a:lvl4pPr marL="1604963" indent="-346075" algn="l" defTabSz="914363" rtl="0" eaLnBrk="1" latinLnBrk="0" hangingPunct="1">
        <a:lnSpc>
          <a:spcPct val="90000"/>
        </a:lnSpc>
        <a:spcBef>
          <a:spcPct val="20000"/>
        </a:spcBef>
        <a:buSzPct val="90000"/>
        <a:buFontTx/>
        <a:buBlip>
          <a:blip r:embed="rId22"/>
        </a:buBlip>
        <a:defRPr sz="2000" kern="1200">
          <a:gradFill>
            <a:gsLst>
              <a:gs pos="0">
                <a:schemeClr val="tx1"/>
              </a:gs>
              <a:gs pos="86000">
                <a:schemeClr val="tx1"/>
              </a:gs>
            </a:gsLst>
            <a:lin ang="5400000" scaled="0"/>
          </a:gradFill>
          <a:latin typeface="+mn-lt"/>
          <a:ea typeface="+mn-ea"/>
          <a:cs typeface="+mn-cs"/>
        </a:defRPr>
      </a:lvl4pPr>
      <a:lvl5pPr marL="1941513" indent="-336550" algn="l" defTabSz="914363" rtl="0" eaLnBrk="1" latinLnBrk="0" hangingPunct="1">
        <a:lnSpc>
          <a:spcPct val="90000"/>
        </a:lnSpc>
        <a:spcBef>
          <a:spcPct val="20000"/>
        </a:spcBef>
        <a:buSzPct val="90000"/>
        <a:buFontTx/>
        <a:buBlip>
          <a:blip r:embed="rId22"/>
        </a:buBlip>
        <a:defRPr sz="2000" kern="1200">
          <a:gradFill>
            <a:gsLst>
              <a:gs pos="0">
                <a:schemeClr val="tx1"/>
              </a:gs>
              <a:gs pos="86000">
                <a:schemeClr val="tx1"/>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112" y="228601"/>
            <a:ext cx="11149013" cy="609398"/>
          </a:xfrm>
          <a:prstGeom prst="rect">
            <a:avLst/>
          </a:prstGeom>
        </p:spPr>
        <p:txBody>
          <a:bodyPr vert="horz" wrap="square" lIns="0" tIns="0" rIns="0" bIns="0" rtlCol="0" anchor="t">
            <a:sp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519114" y="1905000"/>
            <a:ext cx="11149011" cy="2108269"/>
          </a:xfrm>
          <a:prstGeom prst="rect">
            <a:avLst/>
          </a:prstGeom>
        </p:spPr>
        <p:txBody>
          <a:bodyPr vert="horz" wrap="square" lIns="0" tIns="0" rIns="0" bIns="0" rtlCol="0">
            <a:sp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 bg1="dk1" tx1="lt1" bg2="dk2" tx2="lt2" accent1="accent1" accent2="accent2" accent3="accent3" accent4="accent4" accent5="accent5" accent6="accent6" hlink="hlink" folHlink="folHlink"/>
  <p:sldLayoutIdLst>
    <p:sldLayoutId id="2147483721" r:id="rId1"/>
  </p:sldLayoutIdLst>
  <p:transition>
    <p:fade/>
  </p:transition>
  <p:txStyles>
    <p:titleStyle>
      <a:lvl1pPr algn="l" defTabSz="914363" rtl="0" eaLnBrk="1" latinLnBrk="0" hangingPunct="1">
        <a:lnSpc>
          <a:spcPct val="90000"/>
        </a:lnSpc>
        <a:spcBef>
          <a:spcPct val="0"/>
        </a:spcBef>
        <a:buNone/>
        <a:defRPr lang="en-US" sz="4400" b="0" kern="1200" cap="none" spc="-100" baseline="0" dirty="0">
          <a:ln w="3175">
            <a:noFill/>
          </a:ln>
          <a:solidFill>
            <a:schemeClr val="accent1">
              <a:alpha val="99000"/>
            </a:schemeClr>
          </a:solidFill>
          <a:effectLst/>
          <a:latin typeface="+mj-lt"/>
          <a:ea typeface="+mn-ea"/>
          <a:cs typeface="Arial" charset="0"/>
        </a:defRPr>
      </a:lvl1pPr>
    </p:titleStyle>
    <p:bodyStyle>
      <a:lvl1pPr marL="0" indent="0" algn="l" defTabSz="914363" rtl="0" eaLnBrk="1" latinLnBrk="0" hangingPunct="1">
        <a:lnSpc>
          <a:spcPct val="90000"/>
        </a:lnSpc>
        <a:spcBef>
          <a:spcPct val="20000"/>
        </a:spcBef>
        <a:buFont typeface="Arial" pitchFamily="34" charset="0"/>
        <a:buNone/>
        <a:defRPr sz="3000" b="0" kern="1200">
          <a:gradFill>
            <a:gsLst>
              <a:gs pos="0">
                <a:srgbClr val="000000"/>
              </a:gs>
              <a:gs pos="86000">
                <a:srgbClr val="000000"/>
              </a:gs>
            </a:gsLst>
            <a:lin ang="5400000" scaled="0"/>
          </a:gradFill>
          <a:latin typeface="Consolas" pitchFamily="49" charset="0"/>
          <a:ea typeface="+mn-ea"/>
          <a:cs typeface="Consolas" pitchFamily="49" charset="0"/>
        </a:defRPr>
      </a:lvl1pPr>
      <a:lvl2pPr marL="384954" indent="-7937" algn="l" defTabSz="914363" rtl="0" eaLnBrk="1" latinLnBrk="0" hangingPunct="1">
        <a:lnSpc>
          <a:spcPct val="90000"/>
        </a:lnSpc>
        <a:spcBef>
          <a:spcPct val="20000"/>
        </a:spcBef>
        <a:buFont typeface="Arial" pitchFamily="34" charset="0"/>
        <a:buNone/>
        <a:defRPr sz="2800" b="0" kern="1200">
          <a:gradFill>
            <a:gsLst>
              <a:gs pos="0">
                <a:srgbClr val="000000"/>
              </a:gs>
              <a:gs pos="86000">
                <a:srgbClr val="000000"/>
              </a:gs>
            </a:gsLst>
            <a:lin ang="5400000" scaled="0"/>
          </a:gradFill>
          <a:latin typeface="Consolas" pitchFamily="49" charset="0"/>
          <a:ea typeface="+mn-ea"/>
          <a:cs typeface="Consolas" pitchFamily="49" charset="0"/>
        </a:defRPr>
      </a:lvl2pPr>
      <a:lvl3pPr marL="761970" indent="-7937" algn="l" defTabSz="914363" rtl="0" eaLnBrk="1" latinLnBrk="0" hangingPunct="1">
        <a:lnSpc>
          <a:spcPct val="90000"/>
        </a:lnSpc>
        <a:spcBef>
          <a:spcPct val="20000"/>
        </a:spcBef>
        <a:buFont typeface="Arial" pitchFamily="34" charset="0"/>
        <a:buNone/>
        <a:defRPr sz="2400" b="0" kern="1200">
          <a:gradFill>
            <a:gsLst>
              <a:gs pos="0">
                <a:srgbClr val="000000"/>
              </a:gs>
              <a:gs pos="86000">
                <a:srgbClr val="000000"/>
              </a:gs>
            </a:gsLst>
            <a:lin ang="5400000" scaled="0"/>
          </a:gradFill>
          <a:latin typeface="Consolas" pitchFamily="49" charset="0"/>
          <a:ea typeface="+mn-ea"/>
          <a:cs typeface="Consolas" pitchFamily="49" charset="0"/>
        </a:defRPr>
      </a:lvl3pPr>
      <a:lvl4pPr marL="1094009" indent="7937" algn="l" defTabSz="914363" rtl="0" eaLnBrk="1" latinLnBrk="0" hangingPunct="1">
        <a:lnSpc>
          <a:spcPct val="90000"/>
        </a:lnSpc>
        <a:spcBef>
          <a:spcPct val="20000"/>
        </a:spcBef>
        <a:buFont typeface="Arial" pitchFamily="34" charset="0"/>
        <a:buNone/>
        <a:defRPr sz="2400" b="0" kern="1200">
          <a:gradFill>
            <a:gsLst>
              <a:gs pos="0">
                <a:srgbClr val="000000"/>
              </a:gs>
              <a:gs pos="86000">
                <a:srgbClr val="000000"/>
              </a:gs>
            </a:gsLst>
            <a:lin ang="5400000" scaled="0"/>
          </a:gradFill>
          <a:latin typeface="Consolas" pitchFamily="49" charset="0"/>
          <a:ea typeface="+mn-ea"/>
          <a:cs typeface="Consolas" pitchFamily="49" charset="0"/>
        </a:defRPr>
      </a:lvl4pPr>
      <a:lvl5pPr marL="1426047" indent="0" algn="l" defTabSz="914363" rtl="0" eaLnBrk="1" latinLnBrk="0" hangingPunct="1">
        <a:lnSpc>
          <a:spcPct val="90000"/>
        </a:lnSpc>
        <a:spcBef>
          <a:spcPct val="20000"/>
        </a:spcBef>
        <a:buFont typeface="Arial" pitchFamily="34" charset="0"/>
        <a:buNone/>
        <a:defRPr sz="2400" b="0" kern="1200">
          <a:gradFill>
            <a:gsLst>
              <a:gs pos="0">
                <a:srgbClr val="000000"/>
              </a:gs>
              <a:gs pos="86000">
                <a:srgbClr val="000000"/>
              </a:gs>
            </a:gsLst>
            <a:lin ang="5400000" scaled="0"/>
          </a:gradFill>
          <a:latin typeface="Consolas" pitchFamily="49" charset="0"/>
          <a:ea typeface="+mn-ea"/>
          <a:cs typeface="Consolas" pitchFamily="49" charset="0"/>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png"/><Relationship Id="rId7" Type="http://schemas.openxmlformats.org/officeDocument/2006/relationships/image" Target="../media/image18.jpeg"/><Relationship Id="rId2" Type="http://schemas.openxmlformats.org/officeDocument/2006/relationships/notesSlide" Target="../notesSlides/notesSlide3.xml"/><Relationship Id="rId1" Type="http://schemas.openxmlformats.org/officeDocument/2006/relationships/slideLayout" Target="../slideLayouts/slideLayout19.xml"/><Relationship Id="rId6" Type="http://schemas.openxmlformats.org/officeDocument/2006/relationships/image" Target="../media/image17.png"/><Relationship Id="rId5" Type="http://schemas.openxmlformats.org/officeDocument/2006/relationships/image" Target="../media/image16.jpeg"/><Relationship Id="rId4" Type="http://schemas.openxmlformats.org/officeDocument/2006/relationships/hyperlink" Target="mailto:richard@accentient.com" TargetMode="External"/><Relationship Id="rId9" Type="http://schemas.openxmlformats.org/officeDocument/2006/relationships/image" Target="../media/image20.png"/></Relationships>
</file>

<file path=ppt/slides/_rels/slide4.xml.rels><?xml version="1.0" encoding="UTF-8" standalone="yes"?>
<Relationships xmlns="http://schemas.openxmlformats.org/package/2006/relationships"><Relationship Id="rId3" Type="http://schemas.openxmlformats.org/officeDocument/2006/relationships/hyperlink" Target="http://bit.ly/edkoXI" TargetMode="External"/><Relationship Id="rId2" Type="http://schemas.openxmlformats.org/officeDocument/2006/relationships/hyperlink" Target="http://bit.ly/meAdCl" TargetMode="External"/><Relationship Id="rId1" Type="http://schemas.openxmlformats.org/officeDocument/2006/relationships/slideLayout" Target="../slideLayouts/slideLayout9.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hyperlink" Target="http://bit.ly/j21tI4"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9.xml"/><Relationship Id="rId6" Type="http://schemas.openxmlformats.org/officeDocument/2006/relationships/image" Target="../media/image28.png"/><Relationship Id="rId5" Type="http://schemas.openxmlformats.org/officeDocument/2006/relationships/image" Target="../media/image27.jpeg"/><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42.png"/><Relationship Id="rId2" Type="http://schemas.openxmlformats.org/officeDocument/2006/relationships/image" Target="../media/image39.png"/><Relationship Id="rId1" Type="http://schemas.openxmlformats.org/officeDocument/2006/relationships/slideLayout" Target="../slideLayouts/slideLayout8.xml"/><Relationship Id="rId6" Type="http://schemas.microsoft.com/office/2007/relationships/hdphoto" Target="../media/hdphoto2.wdp"/><Relationship Id="rId5" Type="http://schemas.openxmlformats.org/officeDocument/2006/relationships/image" Target="../media/image41.jpeg"/><Relationship Id="rId4" Type="http://schemas.microsoft.com/office/2007/relationships/hdphoto" Target="../media/hdphoto1.wdp"/></Relationships>
</file>

<file path=ppt/slides/_rels/slide26.xml.rels><?xml version="1.0" encoding="UTF-8" standalone="yes"?>
<Relationships xmlns="http://schemas.openxmlformats.org/package/2006/relationships"><Relationship Id="rId8" Type="http://schemas.openxmlformats.org/officeDocument/2006/relationships/image" Target="../media/image48.png"/><Relationship Id="rId13" Type="http://schemas.openxmlformats.org/officeDocument/2006/relationships/image" Target="../media/image53.png"/><Relationship Id="rId3" Type="http://schemas.openxmlformats.org/officeDocument/2006/relationships/image" Target="../media/image43.jpeg"/><Relationship Id="rId7" Type="http://schemas.openxmlformats.org/officeDocument/2006/relationships/image" Target="../media/image47.png"/><Relationship Id="rId12" Type="http://schemas.openxmlformats.org/officeDocument/2006/relationships/image" Target="../media/image52.jpeg"/><Relationship Id="rId2" Type="http://schemas.openxmlformats.org/officeDocument/2006/relationships/image" Target="../media/image39.png"/><Relationship Id="rId1" Type="http://schemas.openxmlformats.org/officeDocument/2006/relationships/slideLayout" Target="../slideLayouts/slideLayout8.xml"/><Relationship Id="rId6" Type="http://schemas.openxmlformats.org/officeDocument/2006/relationships/image" Target="../media/image46.png"/><Relationship Id="rId11" Type="http://schemas.openxmlformats.org/officeDocument/2006/relationships/image" Target="../media/image51.png"/><Relationship Id="rId5" Type="http://schemas.openxmlformats.org/officeDocument/2006/relationships/image" Target="../media/image45.png"/><Relationship Id="rId10" Type="http://schemas.openxmlformats.org/officeDocument/2006/relationships/image" Target="../media/image50.jpeg"/><Relationship Id="rId4" Type="http://schemas.openxmlformats.org/officeDocument/2006/relationships/image" Target="../media/image44.png"/><Relationship Id="rId9" Type="http://schemas.openxmlformats.org/officeDocument/2006/relationships/image" Target="../media/image49.png"/></Relationships>
</file>

<file path=ppt/slides/_rels/slide2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39.png"/><Relationship Id="rId1" Type="http://schemas.openxmlformats.org/officeDocument/2006/relationships/slideLayout" Target="../slideLayouts/slideLayout8.xml"/><Relationship Id="rId4" Type="http://schemas.openxmlformats.org/officeDocument/2006/relationships/image" Target="../media/image55.png"/></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58.png"/><Relationship Id="rId2" Type="http://schemas.openxmlformats.org/officeDocument/2006/relationships/image" Target="../media/image24.png"/><Relationship Id="rId1" Type="http://schemas.openxmlformats.org/officeDocument/2006/relationships/slideLayout" Target="../slideLayouts/slideLayout9.xml"/><Relationship Id="rId6" Type="http://schemas.openxmlformats.org/officeDocument/2006/relationships/image" Target="../media/image27.jpeg"/><Relationship Id="rId5" Type="http://schemas.openxmlformats.org/officeDocument/2006/relationships/image" Target="../media/image28.png"/><Relationship Id="rId4" Type="http://schemas.openxmlformats.org/officeDocument/2006/relationships/image" Target="../media/image26.png"/></Relationships>
</file>

<file path=ppt/slides/_rels/slide3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3728458"/>
      </p:ext>
    </p:extLst>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600" dirty="0" smtClean="0"/>
              <a:t>Would You, Could You with TFS</a:t>
            </a:r>
            <a:r>
              <a:rPr lang="en-US" dirty="0" smtClean="0"/>
              <a:t/>
            </a:r>
            <a:br>
              <a:rPr lang="en-US" dirty="0" smtClean="0"/>
            </a:br>
            <a:r>
              <a:rPr lang="en-US" sz="3600" dirty="0" smtClean="0"/>
              <a:t>DEV271-INT</a:t>
            </a:r>
            <a:endParaRPr lang="en-US" sz="3600" dirty="0"/>
          </a:p>
        </p:txBody>
      </p:sp>
      <p:sp>
        <p:nvSpPr>
          <p:cNvPr id="3" name="Subtitle 2"/>
          <p:cNvSpPr>
            <a:spLocks noGrp="1"/>
          </p:cNvSpPr>
          <p:nvPr>
            <p:ph type="subTitle" idx="1"/>
          </p:nvPr>
        </p:nvSpPr>
        <p:spPr/>
        <p:txBody>
          <a:bodyPr/>
          <a:lstStyle/>
          <a:p>
            <a:r>
              <a:rPr lang="en-US" b="1" dirty="0" smtClean="0"/>
              <a:t>Richard Hundhausen</a:t>
            </a:r>
          </a:p>
          <a:p>
            <a:r>
              <a:rPr lang="en-US" dirty="0" smtClean="0"/>
              <a:t>President, Accentient</a:t>
            </a:r>
          </a:p>
          <a:p>
            <a:r>
              <a:rPr lang="en-US" dirty="0" smtClean="0"/>
              <a:t>VS ALM MVP, RD</a:t>
            </a:r>
            <a:endParaRPr lang="en-US" dirty="0"/>
          </a:p>
        </p:txBody>
      </p:sp>
    </p:spTree>
    <p:extLst>
      <p:ext uri="{BB962C8B-B14F-4D97-AF65-F5344CB8AC3E}">
        <p14:creationId xmlns:p14="http://schemas.microsoft.com/office/powerpoint/2010/main" val="2767221408"/>
      </p:ext>
    </p:extLst>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smtClean="0"/>
              <a:t>Richard Hundhausen</a:t>
            </a:r>
            <a:endParaRPr lang="en-US" dirty="0"/>
          </a:p>
        </p:txBody>
      </p:sp>
      <p:sp>
        <p:nvSpPr>
          <p:cNvPr id="4099" name="Content Placeholder 2"/>
          <p:cNvSpPr>
            <a:spLocks noGrp="1"/>
          </p:cNvSpPr>
          <p:nvPr>
            <p:ph idx="1"/>
          </p:nvPr>
        </p:nvSpPr>
        <p:spPr>
          <a:xfrm>
            <a:off x="304721" y="1219204"/>
            <a:ext cx="11579384" cy="3693319"/>
          </a:xfrm>
        </p:spPr>
        <p:txBody>
          <a:bodyPr/>
          <a:lstStyle/>
          <a:p>
            <a:pPr>
              <a:buBlip>
                <a:blip r:embed="rId3"/>
              </a:buBlip>
            </a:pPr>
            <a:r>
              <a:rPr lang="en-US" dirty="0">
                <a:gradFill>
                  <a:gsLst>
                    <a:gs pos="0">
                      <a:schemeClr val="tx1"/>
                    </a:gs>
                    <a:gs pos="86000">
                      <a:schemeClr val="tx1"/>
                    </a:gs>
                  </a:gsLst>
                  <a:lin ang="5400000" scaled="0"/>
                </a:gradFill>
              </a:rPr>
              <a:t>President of Accentient</a:t>
            </a:r>
          </a:p>
          <a:p>
            <a:pPr>
              <a:buBlip>
                <a:blip r:embed="rId3"/>
              </a:buBlip>
            </a:pPr>
            <a:r>
              <a:rPr lang="en-US" dirty="0" smtClean="0">
                <a:gradFill>
                  <a:gsLst>
                    <a:gs pos="0">
                      <a:schemeClr val="tx1"/>
                    </a:gs>
                    <a:gs pos="86000">
                      <a:schemeClr val="tx1"/>
                    </a:gs>
                  </a:gsLst>
                  <a:lin ang="5400000" scaled="0"/>
                </a:gradFill>
              </a:rPr>
              <a:t>From Boise, Idaho</a:t>
            </a:r>
            <a:endParaRPr lang="en-US" dirty="0">
              <a:gradFill>
                <a:gsLst>
                  <a:gs pos="0">
                    <a:schemeClr val="tx1"/>
                  </a:gs>
                  <a:gs pos="86000">
                    <a:schemeClr val="tx1"/>
                  </a:gs>
                </a:gsLst>
                <a:lin ang="5400000" scaled="0"/>
              </a:gradFill>
            </a:endParaRPr>
          </a:p>
          <a:p>
            <a:pPr>
              <a:buBlip>
                <a:blip r:embed="rId3"/>
              </a:buBlip>
            </a:pPr>
            <a:r>
              <a:rPr lang="en-US" dirty="0">
                <a:gradFill>
                  <a:gsLst>
                    <a:gs pos="0">
                      <a:schemeClr val="tx1"/>
                    </a:gs>
                    <a:gs pos="86000">
                      <a:schemeClr val="tx1"/>
                    </a:gs>
                  </a:gsLst>
                  <a:lin ang="5400000" scaled="0"/>
                </a:gradFill>
              </a:rPr>
              <a:t>Microsoft Regional Director </a:t>
            </a:r>
          </a:p>
          <a:p>
            <a:pPr>
              <a:buBlip>
                <a:blip r:embed="rId3"/>
              </a:buBlip>
            </a:pPr>
            <a:r>
              <a:rPr lang="en-US" dirty="0">
                <a:gradFill>
                  <a:gsLst>
                    <a:gs pos="0">
                      <a:schemeClr val="tx1"/>
                    </a:gs>
                    <a:gs pos="86000">
                      <a:schemeClr val="tx1"/>
                    </a:gs>
                  </a:gsLst>
                  <a:lin ang="5400000" scaled="0"/>
                </a:gradFill>
              </a:rPr>
              <a:t>Microsoft MVP (Visual Studio ALM)</a:t>
            </a:r>
          </a:p>
          <a:p>
            <a:pPr>
              <a:buBlip>
                <a:blip r:embed="rId3"/>
              </a:buBlip>
            </a:pPr>
            <a:r>
              <a:rPr lang="en-US" dirty="0" smtClean="0">
                <a:gradFill>
                  <a:gsLst>
                    <a:gs pos="0">
                      <a:schemeClr val="tx1"/>
                    </a:gs>
                    <a:gs pos="86000">
                      <a:schemeClr val="tx1"/>
                    </a:gs>
                  </a:gsLst>
                  <a:lin ang="5400000" scaled="0"/>
                </a:gradFill>
              </a:rPr>
              <a:t>Author of </a:t>
            </a:r>
            <a:r>
              <a:rPr lang="en-US" i="1" dirty="0" smtClean="0">
                <a:gradFill>
                  <a:gsLst>
                    <a:gs pos="0">
                      <a:schemeClr val="tx1"/>
                    </a:gs>
                    <a:gs pos="86000">
                      <a:schemeClr val="tx1"/>
                    </a:gs>
                  </a:gsLst>
                  <a:lin ang="5400000" scaled="0"/>
                </a:gradFill>
              </a:rPr>
              <a:t>Professional Scrum Developer</a:t>
            </a:r>
            <a:r>
              <a:rPr lang="en-US" dirty="0" smtClean="0">
                <a:gradFill>
                  <a:gsLst>
                    <a:gs pos="0">
                      <a:schemeClr val="tx1"/>
                    </a:gs>
                    <a:gs pos="86000">
                      <a:schemeClr val="tx1"/>
                    </a:gs>
                  </a:gsLst>
                  <a:lin ang="5400000" scaled="0"/>
                </a:gradFill>
              </a:rPr>
              <a:t> course</a:t>
            </a:r>
            <a:endParaRPr lang="en-US" dirty="0">
              <a:gradFill>
                <a:gsLst>
                  <a:gs pos="0">
                    <a:schemeClr val="tx1"/>
                  </a:gs>
                  <a:gs pos="86000">
                    <a:schemeClr val="tx1"/>
                  </a:gs>
                </a:gsLst>
                <a:lin ang="5400000" scaled="0"/>
              </a:gradFill>
            </a:endParaRPr>
          </a:p>
          <a:p>
            <a:pPr>
              <a:buBlip>
                <a:blip r:embed="rId3"/>
              </a:buBlip>
            </a:pPr>
            <a:r>
              <a:rPr lang="en-US" dirty="0" smtClean="0">
                <a:gradFill>
                  <a:gsLst>
                    <a:gs pos="0">
                      <a:schemeClr val="tx1"/>
                    </a:gs>
                    <a:gs pos="86000">
                      <a:schemeClr val="tx1"/>
                    </a:gs>
                  </a:gsLst>
                  <a:lin ang="5400000" scaled="0"/>
                </a:gradFill>
                <a:hlinkClick r:id="rId4"/>
              </a:rPr>
              <a:t>richard@accentient.com</a:t>
            </a:r>
            <a:endParaRPr lang="en-US" dirty="0">
              <a:gradFill>
                <a:gsLst>
                  <a:gs pos="0">
                    <a:schemeClr val="tx1"/>
                  </a:gs>
                  <a:gs pos="86000">
                    <a:schemeClr val="tx1"/>
                  </a:gs>
                </a:gsLst>
                <a:lin ang="5400000" scaled="0"/>
              </a:gradFill>
            </a:endParaRPr>
          </a:p>
          <a:p>
            <a:pPr marL="0" indent="0">
              <a:buNone/>
            </a:pPr>
            <a:r>
              <a:rPr lang="en-US" dirty="0">
                <a:solidFill>
                  <a:srgbClr val="FFFF00"/>
                </a:solidFill>
              </a:rPr>
              <a:t> </a:t>
            </a:r>
            <a:r>
              <a:rPr lang="en-US" dirty="0" smtClean="0">
                <a:solidFill>
                  <a:srgbClr val="FFFF00"/>
                </a:solidFill>
              </a:rPr>
              <a:t>        @rhundhausen</a:t>
            </a:r>
            <a:endParaRPr lang="en-US" dirty="0">
              <a:solidFill>
                <a:srgbClr val="FFFF00"/>
              </a:solidFill>
            </a:endParaRPr>
          </a:p>
        </p:txBody>
      </p:sp>
      <p:pic>
        <p:nvPicPr>
          <p:cNvPr id="7" name="Picture 6" descr="temp.jpg"/>
          <p:cNvPicPr>
            <a:picLocks noChangeAspect="1"/>
          </p:cNvPicPr>
          <p:nvPr/>
        </p:nvPicPr>
        <p:blipFill>
          <a:blip r:embed="rId5" cstate="print"/>
          <a:stretch>
            <a:fillRect/>
          </a:stretch>
        </p:blipFill>
        <p:spPr>
          <a:xfrm>
            <a:off x="8321319" y="357810"/>
            <a:ext cx="2008991" cy="2451651"/>
          </a:xfrm>
          <a:prstGeom prst="rect">
            <a:avLst/>
          </a:prstGeom>
          <a:ln>
            <a:solidFill>
              <a:schemeClr val="bg1"/>
            </a:solidFill>
          </a:ln>
          <a:effectLst>
            <a:outerShdw blurRad="50800" dist="38100" dir="2700000" algn="tl" rotWithShape="0">
              <a:prstClr val="black">
                <a:alpha val="40000"/>
              </a:prstClr>
            </a:outerShdw>
          </a:effectLst>
        </p:spPr>
      </p:pic>
      <p:pic>
        <p:nvPicPr>
          <p:cNvPr id="8" name="Picture 7" descr="temp.gif"/>
          <p:cNvPicPr>
            <a:picLocks noChangeAspect="1"/>
          </p:cNvPicPr>
          <p:nvPr/>
        </p:nvPicPr>
        <p:blipFill>
          <a:blip r:embed="rId6" cstate="print"/>
          <a:stretch>
            <a:fillRect/>
          </a:stretch>
        </p:blipFill>
        <p:spPr>
          <a:xfrm>
            <a:off x="5149376" y="4712807"/>
            <a:ext cx="3012027" cy="914400"/>
          </a:xfrm>
          <a:prstGeom prst="rect">
            <a:avLst/>
          </a:prstGeom>
          <a:ln>
            <a:solidFill>
              <a:schemeClr val="bg1"/>
            </a:solidFill>
          </a:ln>
          <a:effectLst>
            <a:outerShdw blurRad="50800" dist="38100" dir="2700000" algn="tl" rotWithShape="0">
              <a:prstClr val="black">
                <a:alpha val="40000"/>
              </a:prstClr>
            </a:outerShdw>
          </a:effectLst>
        </p:spPr>
      </p:pic>
      <p:pic>
        <p:nvPicPr>
          <p:cNvPr id="10" name="Picture 9" descr="temp.jpg"/>
          <p:cNvPicPr>
            <a:picLocks noChangeAspect="1"/>
          </p:cNvPicPr>
          <p:nvPr/>
        </p:nvPicPr>
        <p:blipFill>
          <a:blip r:embed="rId7" cstate="print"/>
          <a:stretch>
            <a:fillRect/>
          </a:stretch>
        </p:blipFill>
        <p:spPr>
          <a:xfrm>
            <a:off x="861157" y="5237920"/>
            <a:ext cx="3675185" cy="914400"/>
          </a:xfrm>
          <a:prstGeom prst="rect">
            <a:avLst/>
          </a:prstGeom>
          <a:ln>
            <a:solidFill>
              <a:schemeClr val="bg1"/>
            </a:solidFill>
          </a:ln>
          <a:effectLst>
            <a:outerShdw blurRad="50800" dist="38100" dir="2700000" algn="tl" rotWithShape="0">
              <a:prstClr val="black">
                <a:alpha val="40000"/>
              </a:prstClr>
            </a:outerShdw>
          </a:effectLst>
        </p:spPr>
      </p:pic>
      <p:pic>
        <p:nvPicPr>
          <p:cNvPr id="1026"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332681" y="3937552"/>
            <a:ext cx="2011680" cy="2600735"/>
          </a:xfrm>
          <a:prstGeom prst="rect">
            <a:avLst/>
          </a:prstGeom>
          <a:ln>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pic>
        <p:nvPicPr>
          <p:cNvPr id="6" name="Picture 5"/>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67031" y="4449415"/>
            <a:ext cx="473765" cy="473765"/>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Visual Studio Industry Partner </a:t>
            </a:r>
            <a:r>
              <a:rPr lang="en-US" dirty="0" smtClean="0"/>
              <a:t>Program</a:t>
            </a:r>
            <a:endParaRPr lang="en-US" dirty="0"/>
          </a:p>
        </p:txBody>
      </p:sp>
      <p:sp>
        <p:nvSpPr>
          <p:cNvPr id="3" name="Text Placeholder 2"/>
          <p:cNvSpPr>
            <a:spLocks noGrp="1"/>
          </p:cNvSpPr>
          <p:nvPr>
            <p:ph type="body" sz="quarter" idx="10"/>
          </p:nvPr>
        </p:nvSpPr>
        <p:spPr>
          <a:xfrm>
            <a:off x="519113" y="1447799"/>
            <a:ext cx="6316586" cy="4887492"/>
          </a:xfrm>
        </p:spPr>
        <p:txBody>
          <a:bodyPr/>
          <a:lstStyle/>
          <a:p>
            <a:r>
              <a:rPr lang="en-US" dirty="0" smtClean="0"/>
              <a:t>Microsoft </a:t>
            </a:r>
            <a:r>
              <a:rPr lang="en-US" dirty="0"/>
              <a:t>partners </a:t>
            </a:r>
            <a:r>
              <a:rPr lang="en-US" dirty="0" smtClean="0"/>
              <a:t>who create solutions that integrate with and extend Visual Studio</a:t>
            </a:r>
          </a:p>
          <a:p>
            <a:r>
              <a:rPr lang="en-US" dirty="0" smtClean="0"/>
              <a:t>Find their solutions here:</a:t>
            </a:r>
          </a:p>
          <a:p>
            <a:pPr lvl="1"/>
            <a:r>
              <a:rPr lang="en-US" dirty="0">
                <a:hlinkClick r:id="rId2"/>
              </a:rPr>
              <a:t>http://</a:t>
            </a:r>
            <a:r>
              <a:rPr lang="en-US" dirty="0" smtClean="0">
                <a:hlinkClick r:id="rId2"/>
              </a:rPr>
              <a:t>bit.ly/meAdCl</a:t>
            </a:r>
            <a:r>
              <a:rPr lang="en-US" dirty="0" smtClean="0"/>
              <a:t> </a:t>
            </a:r>
          </a:p>
          <a:p>
            <a:r>
              <a:rPr lang="en-US" dirty="0" smtClean="0"/>
              <a:t>Learn more about the program here:</a:t>
            </a:r>
          </a:p>
          <a:p>
            <a:pPr lvl="1"/>
            <a:r>
              <a:rPr lang="en-US" dirty="0">
                <a:hlinkClick r:id="rId3"/>
              </a:rPr>
              <a:t>http://</a:t>
            </a:r>
            <a:r>
              <a:rPr lang="en-US" dirty="0" smtClean="0">
                <a:hlinkClick r:id="rId3"/>
              </a:rPr>
              <a:t>bit.ly/edkoXI</a:t>
            </a:r>
            <a:endParaRPr lang="en-US" dirty="0" smtClean="0"/>
          </a:p>
          <a:p>
            <a:r>
              <a:rPr lang="en-US" dirty="0" smtClean="0"/>
              <a:t>Extend Visual Studio yourself:</a:t>
            </a:r>
          </a:p>
          <a:p>
            <a:pPr lvl="1"/>
            <a:r>
              <a:rPr lang="en-US" dirty="0">
                <a:hlinkClick r:id="rId4"/>
              </a:rPr>
              <a:t>http://</a:t>
            </a:r>
            <a:r>
              <a:rPr lang="en-US" dirty="0" smtClean="0">
                <a:hlinkClick r:id="rId4"/>
              </a:rPr>
              <a:t>bit.ly/j21tI4</a:t>
            </a:r>
            <a:r>
              <a:rPr lang="en-US" dirty="0" smtClean="0"/>
              <a:t> </a:t>
            </a:r>
            <a:endParaRPr lang="en-US" dirty="0"/>
          </a:p>
        </p:txBody>
      </p:sp>
      <p:pic>
        <p:nvPicPr>
          <p:cNvPr id="205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63648" y="1583472"/>
            <a:ext cx="4682304" cy="4839630"/>
          </a:xfrm>
          <a:prstGeom prst="rect">
            <a:avLst/>
          </a:prstGeom>
          <a:ln>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pic>
        <p:nvPicPr>
          <p:cNvPr id="5" name="Picture 2" descr="http://tasktop.com/assets/images/logos/microsoft-partner.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197492" y="250260"/>
            <a:ext cx="1455736" cy="11888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7115257"/>
      </p:ext>
    </p:extLst>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 Lifecycle Management</a:t>
            </a:r>
            <a:endParaRPr lang="en-US" dirty="0"/>
          </a:p>
        </p:txBody>
      </p:sp>
      <p:cxnSp>
        <p:nvCxnSpPr>
          <p:cNvPr id="5" name="Straight Arrow Connector 4"/>
          <p:cNvCxnSpPr/>
          <p:nvPr/>
        </p:nvCxnSpPr>
        <p:spPr>
          <a:xfrm>
            <a:off x="446049" y="3523803"/>
            <a:ext cx="11206975" cy="44605"/>
          </a:xfrm>
          <a:prstGeom prst="straightConnector1">
            <a:avLst/>
          </a:prstGeom>
          <a:ln w="63500">
            <a:solidFill>
              <a:schemeClr val="tx1"/>
            </a:solidFill>
            <a:headEnd type="oval" w="lg" len="med"/>
            <a:tailEnd type="oval" w="lg" len="med"/>
          </a:ln>
        </p:spPr>
        <p:style>
          <a:lnRef idx="1">
            <a:schemeClr val="accent1"/>
          </a:lnRef>
          <a:fillRef idx="0">
            <a:schemeClr val="accent1"/>
          </a:fillRef>
          <a:effectRef idx="0">
            <a:schemeClr val="accent1"/>
          </a:effectRef>
          <a:fontRef idx="minor">
            <a:schemeClr val="tx1"/>
          </a:fontRef>
        </p:style>
      </p:cxnSp>
      <p:sp>
        <p:nvSpPr>
          <p:cNvPr id="6" name="Rounded Rectangular Callout 5"/>
          <p:cNvSpPr/>
          <p:nvPr/>
        </p:nvSpPr>
        <p:spPr bwMode="auto">
          <a:xfrm>
            <a:off x="702530" y="2330621"/>
            <a:ext cx="1817649" cy="524107"/>
          </a:xfrm>
          <a:prstGeom prst="wedgeRoundRectCallout">
            <a:avLst>
              <a:gd name="adj1" fmla="val -63778"/>
              <a:gd name="adj2" fmla="val 177262"/>
              <a:gd name="adj3" fmla="val 16667"/>
            </a:avLst>
          </a:prstGeom>
          <a:gradFill>
            <a:gsLst>
              <a:gs pos="0">
                <a:schemeClr val="tx2">
                  <a:lumMod val="50000"/>
                </a:schemeClr>
              </a:gs>
              <a:gs pos="80000">
                <a:schemeClr val="tx2"/>
              </a:gs>
              <a:gs pos="100000">
                <a:schemeClr val="tx2"/>
              </a:gs>
            </a:gsLst>
          </a:gra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r>
              <a:rPr lang="en-US" sz="2200" dirty="0" smtClean="0">
                <a:solidFill>
                  <a:srgbClr val="FFFF00">
                    <a:alpha val="99000"/>
                  </a:srgbClr>
                </a:solidFill>
              </a:rPr>
              <a:t>The Vision</a:t>
            </a:r>
          </a:p>
        </p:txBody>
      </p:sp>
      <p:sp>
        <p:nvSpPr>
          <p:cNvPr id="11" name="Arc 10"/>
          <p:cNvSpPr/>
          <p:nvPr/>
        </p:nvSpPr>
        <p:spPr>
          <a:xfrm>
            <a:off x="2470402" y="3546106"/>
            <a:ext cx="7248021" cy="1326977"/>
          </a:xfrm>
          <a:prstGeom prst="arc">
            <a:avLst>
              <a:gd name="adj1" fmla="val 16200000"/>
              <a:gd name="adj2" fmla="val 11318475"/>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Rounded Rectangular Callout 13"/>
          <p:cNvSpPr/>
          <p:nvPr/>
        </p:nvSpPr>
        <p:spPr bwMode="auto">
          <a:xfrm>
            <a:off x="9987777" y="4133398"/>
            <a:ext cx="1834376" cy="524107"/>
          </a:xfrm>
          <a:prstGeom prst="wedgeRoundRectCallout">
            <a:avLst>
              <a:gd name="adj1" fmla="val 40908"/>
              <a:gd name="adj2" fmla="val -158678"/>
              <a:gd name="adj3" fmla="val 16667"/>
            </a:avLst>
          </a:prstGeom>
          <a:gradFill>
            <a:gsLst>
              <a:gs pos="0">
                <a:schemeClr val="tx2">
                  <a:lumMod val="50000"/>
                </a:schemeClr>
              </a:gs>
              <a:gs pos="80000">
                <a:schemeClr val="tx2"/>
              </a:gs>
              <a:gs pos="100000">
                <a:schemeClr val="tx2"/>
              </a:gs>
            </a:gsLst>
          </a:gra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r>
              <a:rPr lang="en-US" sz="2200" dirty="0" smtClean="0">
                <a:solidFill>
                  <a:srgbClr val="FFFF00">
                    <a:alpha val="99000"/>
                  </a:srgbClr>
                </a:solidFill>
              </a:rPr>
              <a:t>Sunset</a:t>
            </a:r>
          </a:p>
        </p:txBody>
      </p:sp>
      <p:sp>
        <p:nvSpPr>
          <p:cNvPr id="15" name="Rounded Rectangular Callout 14"/>
          <p:cNvSpPr/>
          <p:nvPr/>
        </p:nvSpPr>
        <p:spPr bwMode="auto">
          <a:xfrm>
            <a:off x="431175" y="4165016"/>
            <a:ext cx="1817649" cy="524107"/>
          </a:xfrm>
          <a:prstGeom prst="wedgeRoundRectCallout">
            <a:avLst>
              <a:gd name="adj1" fmla="val -2428"/>
              <a:gd name="adj2" fmla="val -173802"/>
              <a:gd name="adj3" fmla="val 16667"/>
            </a:avLst>
          </a:prstGeom>
          <a:gradFill>
            <a:gsLst>
              <a:gs pos="0">
                <a:schemeClr val="tx2">
                  <a:lumMod val="50000"/>
                </a:schemeClr>
              </a:gs>
              <a:gs pos="80000">
                <a:schemeClr val="tx2"/>
              </a:gs>
              <a:gs pos="100000">
                <a:schemeClr val="tx2"/>
              </a:gs>
            </a:gsLst>
          </a:gra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r>
              <a:rPr lang="en-US" sz="2200" dirty="0" smtClean="0">
                <a:solidFill>
                  <a:srgbClr val="FFFF00">
                    <a:alpha val="99000"/>
                  </a:srgbClr>
                </a:solidFill>
              </a:rPr>
              <a:t>Pre-Game</a:t>
            </a:r>
          </a:p>
        </p:txBody>
      </p:sp>
      <p:sp>
        <p:nvSpPr>
          <p:cNvPr id="16" name="Rounded Rectangular Callout 15"/>
          <p:cNvSpPr/>
          <p:nvPr/>
        </p:nvSpPr>
        <p:spPr bwMode="auto">
          <a:xfrm>
            <a:off x="8982289" y="2330621"/>
            <a:ext cx="1834376" cy="524107"/>
          </a:xfrm>
          <a:prstGeom prst="wedgeRoundRectCallout">
            <a:avLst>
              <a:gd name="adj1" fmla="val 12337"/>
              <a:gd name="adj2" fmla="val 188131"/>
              <a:gd name="adj3" fmla="val 16667"/>
            </a:avLst>
          </a:prstGeom>
          <a:gradFill>
            <a:gsLst>
              <a:gs pos="0">
                <a:schemeClr val="tx2">
                  <a:lumMod val="50000"/>
                </a:schemeClr>
              </a:gs>
              <a:gs pos="80000">
                <a:schemeClr val="tx2"/>
              </a:gs>
              <a:gs pos="100000">
                <a:schemeClr val="tx2"/>
              </a:gs>
            </a:gsLst>
          </a:gra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r>
              <a:rPr lang="en-US" sz="2200" dirty="0" smtClean="0">
                <a:solidFill>
                  <a:srgbClr val="FFFF00">
                    <a:alpha val="99000"/>
                  </a:srgbClr>
                </a:solidFill>
              </a:rPr>
              <a:t>Operations</a:t>
            </a:r>
          </a:p>
        </p:txBody>
      </p:sp>
      <p:sp>
        <p:nvSpPr>
          <p:cNvPr id="17" name="Rounded Rectangle 16"/>
          <p:cNvSpPr/>
          <p:nvPr/>
        </p:nvSpPr>
        <p:spPr bwMode="auto">
          <a:xfrm>
            <a:off x="3892047" y="3810034"/>
            <a:ext cx="4404732" cy="750836"/>
          </a:xfrm>
          <a:prstGeom prst="roundRect">
            <a:avLst/>
          </a:prstGeom>
          <a:gradFill>
            <a:gsLst>
              <a:gs pos="0">
                <a:schemeClr val="tx2">
                  <a:lumMod val="50000"/>
                </a:schemeClr>
              </a:gs>
              <a:gs pos="80000">
                <a:schemeClr val="tx2"/>
              </a:gs>
              <a:gs pos="100000">
                <a:schemeClr val="tx2"/>
              </a:gs>
            </a:gsLst>
          </a:gra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r>
              <a:rPr lang="en-US" sz="2200" dirty="0" smtClean="0">
                <a:solidFill>
                  <a:srgbClr val="FFFF00">
                    <a:alpha val="99000"/>
                  </a:srgbClr>
                </a:solidFill>
              </a:rPr>
              <a:t>Work Management, Coding, Building, Testing</a:t>
            </a:r>
          </a:p>
        </p:txBody>
      </p:sp>
    </p:spTree>
    <p:extLst>
      <p:ext uri="{BB962C8B-B14F-4D97-AF65-F5344CB8AC3E}">
        <p14:creationId xmlns:p14="http://schemas.microsoft.com/office/powerpoint/2010/main" val="15877063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animBg="1"/>
      <p:bldP spid="14" grpId="0" animBg="1"/>
      <p:bldP spid="15" grpId="0" animBg="1"/>
      <p:bldP spid="16" grpId="0" animBg="1"/>
      <p:bldP spid="1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ALM Using Team Foundation Server</a:t>
            </a:r>
            <a:endParaRPr lang="en-US" dirty="0"/>
          </a:p>
        </p:txBody>
      </p:sp>
      <p:cxnSp>
        <p:nvCxnSpPr>
          <p:cNvPr id="15" name="Straight Arrow Connector 14"/>
          <p:cNvCxnSpPr/>
          <p:nvPr/>
        </p:nvCxnSpPr>
        <p:spPr>
          <a:xfrm>
            <a:off x="446049" y="3523803"/>
            <a:ext cx="11206975" cy="44605"/>
          </a:xfrm>
          <a:prstGeom prst="straightConnector1">
            <a:avLst/>
          </a:prstGeom>
          <a:ln w="63500">
            <a:solidFill>
              <a:schemeClr val="tx1"/>
            </a:solidFill>
            <a:headEnd type="oval" w="lg" len="med"/>
            <a:tailEnd type="oval" w="lg" len="med"/>
          </a:ln>
        </p:spPr>
        <p:style>
          <a:lnRef idx="1">
            <a:schemeClr val="accent1"/>
          </a:lnRef>
          <a:fillRef idx="0">
            <a:schemeClr val="accent1"/>
          </a:fillRef>
          <a:effectRef idx="0">
            <a:schemeClr val="accent1"/>
          </a:effectRef>
          <a:fontRef idx="minor">
            <a:schemeClr val="tx1"/>
          </a:fontRef>
        </p:style>
      </p:cxnSp>
      <p:sp>
        <p:nvSpPr>
          <p:cNvPr id="16" name="Rounded Rectangular Callout 15"/>
          <p:cNvSpPr/>
          <p:nvPr/>
        </p:nvSpPr>
        <p:spPr bwMode="auto">
          <a:xfrm>
            <a:off x="702530" y="2330621"/>
            <a:ext cx="1817649" cy="524107"/>
          </a:xfrm>
          <a:prstGeom prst="wedgeRoundRectCallout">
            <a:avLst>
              <a:gd name="adj1" fmla="val -64391"/>
              <a:gd name="adj2" fmla="val 179389"/>
              <a:gd name="adj3" fmla="val 16667"/>
            </a:avLst>
          </a:prstGeom>
          <a:gradFill>
            <a:gsLst>
              <a:gs pos="0">
                <a:schemeClr val="tx2">
                  <a:lumMod val="50000"/>
                </a:schemeClr>
              </a:gs>
              <a:gs pos="80000">
                <a:schemeClr val="tx2"/>
              </a:gs>
              <a:gs pos="100000">
                <a:schemeClr val="tx2"/>
              </a:gs>
            </a:gsLst>
          </a:gra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r>
              <a:rPr lang="en-US" sz="2200" dirty="0" smtClean="0">
                <a:solidFill>
                  <a:schemeClr val="tx2">
                    <a:lumMod val="50000"/>
                    <a:alpha val="99000"/>
                  </a:schemeClr>
                </a:solidFill>
              </a:rPr>
              <a:t>The Vision</a:t>
            </a:r>
          </a:p>
        </p:txBody>
      </p:sp>
      <p:sp>
        <p:nvSpPr>
          <p:cNvPr id="17" name="Arc 16"/>
          <p:cNvSpPr/>
          <p:nvPr/>
        </p:nvSpPr>
        <p:spPr>
          <a:xfrm>
            <a:off x="2470402" y="3546106"/>
            <a:ext cx="7248021" cy="1326977"/>
          </a:xfrm>
          <a:prstGeom prst="arc">
            <a:avLst>
              <a:gd name="adj1" fmla="val 16200000"/>
              <a:gd name="adj2" fmla="val 11318475"/>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Rounded Rectangular Callout 17"/>
          <p:cNvSpPr/>
          <p:nvPr/>
        </p:nvSpPr>
        <p:spPr bwMode="auto">
          <a:xfrm>
            <a:off x="9987777" y="4133398"/>
            <a:ext cx="1834376" cy="524107"/>
          </a:xfrm>
          <a:prstGeom prst="wedgeRoundRectCallout">
            <a:avLst>
              <a:gd name="adj1" fmla="val 40908"/>
              <a:gd name="adj2" fmla="val -158678"/>
              <a:gd name="adj3" fmla="val 16667"/>
            </a:avLst>
          </a:prstGeom>
          <a:gradFill>
            <a:gsLst>
              <a:gs pos="0">
                <a:schemeClr val="tx2">
                  <a:lumMod val="50000"/>
                </a:schemeClr>
              </a:gs>
              <a:gs pos="80000">
                <a:schemeClr val="tx2"/>
              </a:gs>
              <a:gs pos="100000">
                <a:schemeClr val="tx2"/>
              </a:gs>
            </a:gsLst>
          </a:gra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r>
              <a:rPr lang="en-US" sz="2200" dirty="0" smtClean="0">
                <a:solidFill>
                  <a:schemeClr val="tx2">
                    <a:lumMod val="50000"/>
                    <a:alpha val="99000"/>
                  </a:schemeClr>
                </a:solidFill>
              </a:rPr>
              <a:t>Sunset</a:t>
            </a:r>
          </a:p>
        </p:txBody>
      </p:sp>
      <p:sp>
        <p:nvSpPr>
          <p:cNvPr id="19" name="Rounded Rectangular Callout 18"/>
          <p:cNvSpPr/>
          <p:nvPr/>
        </p:nvSpPr>
        <p:spPr bwMode="auto">
          <a:xfrm>
            <a:off x="431175" y="4165016"/>
            <a:ext cx="1817649" cy="524107"/>
          </a:xfrm>
          <a:prstGeom prst="wedgeRoundRectCallout">
            <a:avLst>
              <a:gd name="adj1" fmla="val -2428"/>
              <a:gd name="adj2" fmla="val -173802"/>
              <a:gd name="adj3" fmla="val 16667"/>
            </a:avLst>
          </a:prstGeom>
          <a:gradFill>
            <a:gsLst>
              <a:gs pos="0">
                <a:schemeClr val="tx2">
                  <a:lumMod val="50000"/>
                </a:schemeClr>
              </a:gs>
              <a:gs pos="80000">
                <a:schemeClr val="tx2"/>
              </a:gs>
              <a:gs pos="100000">
                <a:schemeClr val="tx2"/>
              </a:gs>
            </a:gsLst>
          </a:gra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r>
              <a:rPr lang="en-US" sz="2200" dirty="0" smtClean="0">
                <a:solidFill>
                  <a:schemeClr val="tx2">
                    <a:lumMod val="50000"/>
                    <a:alpha val="99000"/>
                  </a:schemeClr>
                </a:solidFill>
              </a:rPr>
              <a:t>Pre-Game</a:t>
            </a:r>
          </a:p>
        </p:txBody>
      </p:sp>
      <p:sp>
        <p:nvSpPr>
          <p:cNvPr id="20" name="Rounded Rectangular Callout 19"/>
          <p:cNvSpPr/>
          <p:nvPr/>
        </p:nvSpPr>
        <p:spPr bwMode="auto">
          <a:xfrm>
            <a:off x="8982289" y="2330621"/>
            <a:ext cx="1834376" cy="524107"/>
          </a:xfrm>
          <a:prstGeom prst="wedgeRoundRectCallout">
            <a:avLst>
              <a:gd name="adj1" fmla="val 12337"/>
              <a:gd name="adj2" fmla="val 188131"/>
              <a:gd name="adj3" fmla="val 16667"/>
            </a:avLst>
          </a:prstGeom>
          <a:gradFill>
            <a:gsLst>
              <a:gs pos="0">
                <a:schemeClr val="tx2">
                  <a:lumMod val="50000"/>
                </a:schemeClr>
              </a:gs>
              <a:gs pos="80000">
                <a:schemeClr val="tx2"/>
              </a:gs>
              <a:gs pos="100000">
                <a:schemeClr val="tx2"/>
              </a:gs>
            </a:gsLst>
          </a:gra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r>
              <a:rPr lang="en-US" sz="2200" dirty="0" smtClean="0">
                <a:solidFill>
                  <a:schemeClr val="tx2">
                    <a:lumMod val="50000"/>
                    <a:alpha val="99000"/>
                  </a:schemeClr>
                </a:solidFill>
              </a:rPr>
              <a:t>Operations</a:t>
            </a:r>
          </a:p>
        </p:txBody>
      </p:sp>
      <p:sp>
        <p:nvSpPr>
          <p:cNvPr id="21" name="Rounded Rectangle 20"/>
          <p:cNvSpPr/>
          <p:nvPr/>
        </p:nvSpPr>
        <p:spPr bwMode="auto">
          <a:xfrm>
            <a:off x="3892047" y="3810034"/>
            <a:ext cx="4404732" cy="750836"/>
          </a:xfrm>
          <a:prstGeom prst="roundRect">
            <a:avLst/>
          </a:prstGeom>
          <a:gradFill>
            <a:gsLst>
              <a:gs pos="0">
                <a:schemeClr val="tx2">
                  <a:lumMod val="50000"/>
                </a:schemeClr>
              </a:gs>
              <a:gs pos="80000">
                <a:schemeClr val="tx2"/>
              </a:gs>
              <a:gs pos="100000">
                <a:schemeClr val="tx2"/>
              </a:gs>
            </a:gsLst>
          </a:gra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r>
              <a:rPr lang="en-US" sz="2200" dirty="0" smtClean="0">
                <a:solidFill>
                  <a:schemeClr val="tx2">
                    <a:lumMod val="50000"/>
                    <a:alpha val="99000"/>
                  </a:schemeClr>
                </a:solidFill>
              </a:rPr>
              <a:t>Work Management, Coding, Building, Testing</a:t>
            </a:r>
          </a:p>
        </p:txBody>
      </p:sp>
      <p:cxnSp>
        <p:nvCxnSpPr>
          <p:cNvPr id="10" name="Straight Arrow Connector 9"/>
          <p:cNvCxnSpPr/>
          <p:nvPr/>
        </p:nvCxnSpPr>
        <p:spPr>
          <a:xfrm>
            <a:off x="2349183" y="1405054"/>
            <a:ext cx="0" cy="4572000"/>
          </a:xfrm>
          <a:prstGeom prst="straightConnector1">
            <a:avLst/>
          </a:prstGeom>
          <a:ln w="50800">
            <a:solidFill>
              <a:srgbClr val="FFFF00"/>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9854873" y="1405054"/>
            <a:ext cx="0" cy="4572000"/>
          </a:xfrm>
          <a:prstGeom prst="straightConnector1">
            <a:avLst/>
          </a:prstGeom>
          <a:ln w="50800">
            <a:solidFill>
              <a:srgbClr val="FFFF00"/>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2503854" y="5564459"/>
            <a:ext cx="7248021" cy="446276"/>
          </a:xfrm>
          <a:prstGeom prst="rect">
            <a:avLst/>
          </a:prstGeom>
          <a:noFill/>
        </p:spPr>
        <p:txBody>
          <a:bodyPr wrap="square" lIns="0" tIns="0" rIns="0" bIns="0" rtlCol="0">
            <a:spAutoFit/>
          </a:bodyPr>
          <a:lstStyle/>
          <a:p>
            <a:r>
              <a:rPr lang="en-US" sz="2900" dirty="0" smtClean="0">
                <a:solidFill>
                  <a:srgbClr val="FFFF00"/>
                </a:solidFill>
              </a:rPr>
              <a:t>Visual Studio Team Foundation Server 2010</a:t>
            </a:r>
          </a:p>
        </p:txBody>
      </p:sp>
      <p:sp>
        <p:nvSpPr>
          <p:cNvPr id="26" name="Rounded Rectangle 25"/>
          <p:cNvSpPr/>
          <p:nvPr/>
        </p:nvSpPr>
        <p:spPr bwMode="auto">
          <a:xfrm>
            <a:off x="3899484" y="3828622"/>
            <a:ext cx="4404732" cy="750836"/>
          </a:xfrm>
          <a:prstGeom prst="roundRect">
            <a:avLst/>
          </a:prstGeom>
          <a:gradFill>
            <a:gsLst>
              <a:gs pos="0">
                <a:schemeClr val="tx2">
                  <a:lumMod val="50000"/>
                </a:schemeClr>
              </a:gs>
              <a:gs pos="80000">
                <a:schemeClr val="tx2"/>
              </a:gs>
              <a:gs pos="100000">
                <a:schemeClr val="tx2"/>
              </a:gs>
            </a:gsLst>
          </a:gra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r>
              <a:rPr lang="en-US" sz="2200" dirty="0" smtClean="0">
                <a:solidFill>
                  <a:srgbClr val="FFFF00">
                    <a:alpha val="99000"/>
                  </a:srgbClr>
                </a:solidFill>
              </a:rPr>
              <a:t>Work Management, Coding, Building, Testing</a:t>
            </a:r>
          </a:p>
        </p:txBody>
      </p:sp>
    </p:spTree>
    <p:extLst>
      <p:ext uri="{BB962C8B-B14F-4D97-AF65-F5344CB8AC3E}">
        <p14:creationId xmlns:p14="http://schemas.microsoft.com/office/powerpoint/2010/main" val="28651789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ppt_x"/>
                                          </p:val>
                                        </p:tav>
                                        <p:tav tm="100000">
                                          <p:val>
                                            <p:strVal val="#ppt_x"/>
                                          </p:val>
                                        </p:tav>
                                      </p:tavLst>
                                    </p:anim>
                                    <p:anim calcmode="lin" valueType="num">
                                      <p:cBhvr additive="base">
                                        <p:cTn id="12" dur="500" fill="hold"/>
                                        <p:tgtEl>
                                          <p:spTgt spid="2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anim calcmode="lin" valueType="num">
                                      <p:cBhvr additive="base">
                                        <p:cTn id="15" dur="500" fill="hold"/>
                                        <p:tgtEl>
                                          <p:spTgt spid="25"/>
                                        </p:tgtEl>
                                        <p:attrNameLst>
                                          <p:attrName>ppt_x</p:attrName>
                                        </p:attrNameLst>
                                      </p:cBhvr>
                                      <p:tavLst>
                                        <p:tav tm="0">
                                          <p:val>
                                            <p:strVal val="#ppt_x"/>
                                          </p:val>
                                        </p:tav>
                                        <p:tav tm="100000">
                                          <p:val>
                                            <p:strVal val="#ppt_x"/>
                                          </p:val>
                                        </p:tav>
                                      </p:tavLst>
                                    </p:anim>
                                    <p:anim calcmode="lin" valueType="num">
                                      <p:cBhvr additive="base">
                                        <p:cTn id="16" dur="500" fill="hold"/>
                                        <p:tgtEl>
                                          <p:spTgt spid="25"/>
                                        </p:tgtEl>
                                        <p:attrNameLst>
                                          <p:attrName>ppt_y</p:attrName>
                                        </p:attrNameLst>
                                      </p:cBhvr>
                                      <p:tavLst>
                                        <p:tav tm="0">
                                          <p:val>
                                            <p:strVal val="1+#ppt_h/2"/>
                                          </p:val>
                                        </p:tav>
                                        <p:tav tm="100000">
                                          <p:val>
                                            <p:strVal val="#ppt_y"/>
                                          </p:val>
                                        </p:tav>
                                      </p:tavLst>
                                    </p:anim>
                                  </p:childTnLst>
                                </p:cTn>
                              </p:par>
                              <p:par>
                                <p:cTn id="17" presetID="1"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2388" y="0"/>
            <a:ext cx="954405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39878583"/>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3369302992"/>
              </p:ext>
            </p:extLst>
          </p:nvPr>
        </p:nvGraphicFramePr>
        <p:xfrm>
          <a:off x="646770" y="1222167"/>
          <a:ext cx="3639015" cy="4891665"/>
        </p:xfrm>
        <a:graphic>
          <a:graphicData uri="http://schemas.openxmlformats.org/drawingml/2006/table">
            <a:tbl>
              <a:tblPr bandRow="1">
                <a:effectLst>
                  <a:outerShdw blurRad="50800" dist="38100" dir="2700000" algn="tl" rotWithShape="0">
                    <a:prstClr val="black">
                      <a:alpha val="40000"/>
                    </a:prstClr>
                  </a:outerShdw>
                </a:effectLst>
                <a:tableStyleId>{5C22544A-7EE6-4342-B048-85BDC9FD1C3A}</a:tableStyleId>
              </a:tblPr>
              <a:tblGrid>
                <a:gridCol w="3639015"/>
              </a:tblGrid>
              <a:tr h="978333">
                <a:tc>
                  <a:txBody>
                    <a:bodyPr/>
                    <a:lstStyle/>
                    <a:p>
                      <a:pPr marL="342900" indent="-342900" algn="ctr">
                        <a:buFont typeface="Arial" pitchFamily="34" charset="0"/>
                        <a:buChar char="•"/>
                      </a:pPr>
                      <a:endParaRPr lang="en-US" sz="24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r>
              <a:tr h="978333">
                <a:tc>
                  <a:txBody>
                    <a:bodyPr/>
                    <a:lstStyle/>
                    <a:p>
                      <a:pPr marL="342900" indent="-342900" algn="ctr">
                        <a:buFont typeface="Arial" pitchFamily="34" charset="0"/>
                        <a:buChar char="•"/>
                      </a:pPr>
                      <a:endParaRPr lang="en-US" sz="24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r>
              <a:tr h="978333">
                <a:tc>
                  <a:txBody>
                    <a:bodyPr/>
                    <a:lstStyle/>
                    <a:p>
                      <a:pPr marL="342900" indent="-342900" algn="ctr">
                        <a:buFont typeface="Arial" pitchFamily="34" charset="0"/>
                        <a:buChar char="•"/>
                      </a:pPr>
                      <a:endParaRPr lang="en-US" sz="24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r>
              <a:tr h="978333">
                <a:tc>
                  <a:txBody>
                    <a:bodyPr/>
                    <a:lstStyle/>
                    <a:p>
                      <a:pPr marL="342900" indent="-342900" algn="ctr">
                        <a:buFont typeface="Arial" pitchFamily="34" charset="0"/>
                        <a:buChar char="•"/>
                      </a:pPr>
                      <a:endParaRPr lang="en-US" sz="24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r>
              <a:tr h="978333">
                <a:tc>
                  <a:txBody>
                    <a:bodyPr/>
                    <a:lstStyle/>
                    <a:p>
                      <a:pPr marL="342900" indent="-342900" algn="ctr">
                        <a:buFont typeface="Arial" pitchFamily="34" charset="0"/>
                        <a:buChar char="•"/>
                      </a:pPr>
                      <a:endParaRPr lang="en-US" sz="24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2" name="Title 1"/>
          <p:cNvSpPr>
            <a:spLocks noGrp="1"/>
          </p:cNvSpPr>
          <p:nvPr>
            <p:ph type="title"/>
          </p:nvPr>
        </p:nvSpPr>
        <p:spPr/>
        <p:txBody>
          <a:bodyPr/>
          <a:lstStyle/>
          <a:p>
            <a:r>
              <a:rPr lang="en-US" dirty="0" smtClean="0"/>
              <a:t>The Myths</a:t>
            </a:r>
            <a:endParaRPr lang="en-US" dirty="0"/>
          </a:p>
        </p:txBody>
      </p:sp>
      <p:sp>
        <p:nvSpPr>
          <p:cNvPr id="4" name="TextBox 3"/>
          <p:cNvSpPr txBox="1"/>
          <p:nvPr/>
        </p:nvSpPr>
        <p:spPr>
          <a:xfrm>
            <a:off x="869866" y="1349298"/>
            <a:ext cx="3200400" cy="738664"/>
          </a:xfrm>
          <a:prstGeom prst="rect">
            <a:avLst/>
          </a:prstGeom>
          <a:noFill/>
        </p:spPr>
        <p:txBody>
          <a:bodyPr wrap="square" lIns="0" tIns="0" rIns="0" bIns="0" rtlCol="0">
            <a:spAutoFit/>
          </a:bodyPr>
          <a:lstStyle/>
          <a:p>
            <a:r>
              <a:rPr lang="en-US" sz="2400" dirty="0" smtClean="0">
                <a:solidFill>
                  <a:schemeClr val="bg1"/>
                </a:solidFill>
              </a:rPr>
              <a:t>“TFS doesn’t support Agile teams”</a:t>
            </a:r>
          </a:p>
        </p:txBody>
      </p:sp>
      <p:sp>
        <p:nvSpPr>
          <p:cNvPr id="11" name="TextBox 10"/>
          <p:cNvSpPr txBox="1"/>
          <p:nvPr/>
        </p:nvSpPr>
        <p:spPr>
          <a:xfrm>
            <a:off x="869866" y="2327561"/>
            <a:ext cx="3200400" cy="738664"/>
          </a:xfrm>
          <a:prstGeom prst="rect">
            <a:avLst/>
          </a:prstGeom>
          <a:noFill/>
        </p:spPr>
        <p:txBody>
          <a:bodyPr wrap="square" lIns="0" tIns="0" rIns="0" bIns="0" rtlCol="0">
            <a:spAutoFit/>
          </a:bodyPr>
          <a:lstStyle/>
          <a:p>
            <a:r>
              <a:rPr lang="en-US" sz="2400" dirty="0" smtClean="0">
                <a:solidFill>
                  <a:schemeClr val="bg1"/>
                </a:solidFill>
              </a:rPr>
              <a:t>“TFS doesn’t handle formal requirements”</a:t>
            </a:r>
          </a:p>
        </p:txBody>
      </p:sp>
      <p:sp>
        <p:nvSpPr>
          <p:cNvPr id="12" name="TextBox 11"/>
          <p:cNvSpPr txBox="1"/>
          <p:nvPr/>
        </p:nvSpPr>
        <p:spPr>
          <a:xfrm>
            <a:off x="869866" y="3305824"/>
            <a:ext cx="3200400" cy="738664"/>
          </a:xfrm>
          <a:prstGeom prst="rect">
            <a:avLst/>
          </a:prstGeom>
          <a:noFill/>
        </p:spPr>
        <p:txBody>
          <a:bodyPr wrap="square" lIns="0" tIns="0" rIns="0" bIns="0" rtlCol="0">
            <a:spAutoFit/>
          </a:bodyPr>
          <a:lstStyle/>
          <a:p>
            <a:r>
              <a:rPr lang="en-US" sz="2400" dirty="0" smtClean="0">
                <a:solidFill>
                  <a:schemeClr val="bg1"/>
                </a:solidFill>
              </a:rPr>
              <a:t>“TFS is only for developers and testers”</a:t>
            </a:r>
          </a:p>
        </p:txBody>
      </p:sp>
      <p:sp>
        <p:nvSpPr>
          <p:cNvPr id="13" name="TextBox 12"/>
          <p:cNvSpPr txBox="1"/>
          <p:nvPr/>
        </p:nvSpPr>
        <p:spPr>
          <a:xfrm>
            <a:off x="869866" y="4284087"/>
            <a:ext cx="3200400" cy="738664"/>
          </a:xfrm>
          <a:prstGeom prst="rect">
            <a:avLst/>
          </a:prstGeom>
          <a:noFill/>
        </p:spPr>
        <p:txBody>
          <a:bodyPr wrap="square" lIns="0" tIns="0" rIns="0" bIns="0" rtlCol="0">
            <a:spAutoFit/>
          </a:bodyPr>
          <a:lstStyle/>
          <a:p>
            <a:r>
              <a:rPr lang="en-US" sz="2400" dirty="0" smtClean="0">
                <a:solidFill>
                  <a:schemeClr val="bg1"/>
                </a:solidFill>
              </a:rPr>
              <a:t>“TFS does not work well with Eclipse”</a:t>
            </a:r>
          </a:p>
        </p:txBody>
      </p:sp>
      <p:sp>
        <p:nvSpPr>
          <p:cNvPr id="14" name="TextBox 13"/>
          <p:cNvSpPr txBox="1"/>
          <p:nvPr/>
        </p:nvSpPr>
        <p:spPr>
          <a:xfrm>
            <a:off x="869866" y="5262348"/>
            <a:ext cx="3200400" cy="738664"/>
          </a:xfrm>
          <a:prstGeom prst="rect">
            <a:avLst/>
          </a:prstGeom>
          <a:noFill/>
        </p:spPr>
        <p:txBody>
          <a:bodyPr wrap="square" lIns="0" tIns="0" rIns="0" bIns="0" rtlCol="0">
            <a:spAutoFit/>
          </a:bodyPr>
          <a:lstStyle/>
          <a:p>
            <a:r>
              <a:rPr lang="en-US" sz="2400" dirty="0" smtClean="0">
                <a:solidFill>
                  <a:schemeClr val="bg1"/>
                </a:solidFill>
              </a:rPr>
              <a:t>“TFS can only build a product, not release it”</a:t>
            </a:r>
          </a:p>
        </p:txBody>
      </p:sp>
    </p:spTree>
    <p:extLst>
      <p:ext uri="{BB962C8B-B14F-4D97-AF65-F5344CB8AC3E}">
        <p14:creationId xmlns:p14="http://schemas.microsoft.com/office/powerpoint/2010/main" val="42567176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 grpId="0"/>
      <p:bldP spid="12" grpId="0"/>
      <p:bldP spid="13" grpId="0"/>
      <p:bldP spid="1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1222759441"/>
              </p:ext>
            </p:extLst>
          </p:nvPr>
        </p:nvGraphicFramePr>
        <p:xfrm>
          <a:off x="646770" y="1222167"/>
          <a:ext cx="10917045" cy="4891665"/>
        </p:xfrm>
        <a:graphic>
          <a:graphicData uri="http://schemas.openxmlformats.org/drawingml/2006/table">
            <a:tbl>
              <a:tblPr bandRow="1">
                <a:effectLst/>
                <a:tableStyleId>{5C22544A-7EE6-4342-B048-85BDC9FD1C3A}</a:tableStyleId>
              </a:tblPr>
              <a:tblGrid>
                <a:gridCol w="3639015"/>
                <a:gridCol w="3639015"/>
                <a:gridCol w="3639015"/>
              </a:tblGrid>
              <a:tr h="978333">
                <a:tc>
                  <a:txBody>
                    <a:bodyPr/>
                    <a:lstStyle/>
                    <a:p>
                      <a:pPr marL="342900" indent="-342900" algn="ctr">
                        <a:buFont typeface="Arial" pitchFamily="34" charset="0"/>
                        <a:buChar char="•"/>
                      </a:pPr>
                      <a:endParaRPr lang="en-US" sz="24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r>
              <a:tr h="978333">
                <a:tc>
                  <a:txBody>
                    <a:bodyPr/>
                    <a:lstStyle/>
                    <a:p>
                      <a:pPr marL="342900" indent="-342900" algn="ctr">
                        <a:buFont typeface="Arial" pitchFamily="34" charset="0"/>
                        <a:buChar char="•"/>
                      </a:pPr>
                      <a:endParaRPr lang="en-US" sz="24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r>
              <a:tr h="978333">
                <a:tc>
                  <a:txBody>
                    <a:bodyPr/>
                    <a:lstStyle/>
                    <a:p>
                      <a:pPr marL="342900" indent="-342900" algn="ctr">
                        <a:buFont typeface="Arial" pitchFamily="34" charset="0"/>
                        <a:buChar char="•"/>
                      </a:pPr>
                      <a:endParaRPr lang="en-US" sz="24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r>
              <a:tr h="978333">
                <a:tc>
                  <a:txBody>
                    <a:bodyPr/>
                    <a:lstStyle/>
                    <a:p>
                      <a:pPr marL="342900" indent="-342900" algn="ctr">
                        <a:buFont typeface="Arial" pitchFamily="34" charset="0"/>
                        <a:buChar char="•"/>
                      </a:pPr>
                      <a:endParaRPr lang="en-US" sz="24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r>
              <a:tr h="978333">
                <a:tc>
                  <a:txBody>
                    <a:bodyPr/>
                    <a:lstStyle/>
                    <a:p>
                      <a:pPr marL="342900" indent="-342900" algn="ctr">
                        <a:buFont typeface="Arial" pitchFamily="34" charset="0"/>
                        <a:buChar char="•"/>
                      </a:pPr>
                      <a:endParaRPr lang="en-US" sz="24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2" name="Title 1"/>
          <p:cNvSpPr>
            <a:spLocks noGrp="1"/>
          </p:cNvSpPr>
          <p:nvPr>
            <p:ph type="title"/>
          </p:nvPr>
        </p:nvSpPr>
        <p:spPr/>
        <p:txBody>
          <a:bodyPr/>
          <a:lstStyle/>
          <a:p>
            <a:r>
              <a:rPr lang="en-US" dirty="0" smtClean="0"/>
              <a:t>The Mythbusters</a:t>
            </a:r>
            <a:endParaRPr lang="en-US" dirty="0"/>
          </a:p>
        </p:txBody>
      </p:sp>
      <p:sp>
        <p:nvSpPr>
          <p:cNvPr id="4" name="TextBox 3"/>
          <p:cNvSpPr txBox="1"/>
          <p:nvPr/>
        </p:nvSpPr>
        <p:spPr>
          <a:xfrm>
            <a:off x="869866" y="1349298"/>
            <a:ext cx="3200400" cy="738664"/>
          </a:xfrm>
          <a:prstGeom prst="rect">
            <a:avLst/>
          </a:prstGeom>
          <a:noFill/>
        </p:spPr>
        <p:txBody>
          <a:bodyPr wrap="square" lIns="0" tIns="0" rIns="0" bIns="0" rtlCol="0">
            <a:spAutoFit/>
          </a:bodyPr>
          <a:lstStyle/>
          <a:p>
            <a:r>
              <a:rPr lang="en-US" sz="2400" dirty="0" smtClean="0">
                <a:solidFill>
                  <a:schemeClr val="bg1"/>
                </a:solidFill>
              </a:rPr>
              <a:t>“TFS doesn’t support Agile teams”</a:t>
            </a:r>
          </a:p>
        </p:txBody>
      </p:sp>
      <p:sp>
        <p:nvSpPr>
          <p:cNvPr id="11" name="TextBox 10"/>
          <p:cNvSpPr txBox="1"/>
          <p:nvPr/>
        </p:nvSpPr>
        <p:spPr>
          <a:xfrm>
            <a:off x="869866" y="2327561"/>
            <a:ext cx="3200400" cy="738664"/>
          </a:xfrm>
          <a:prstGeom prst="rect">
            <a:avLst/>
          </a:prstGeom>
          <a:noFill/>
        </p:spPr>
        <p:txBody>
          <a:bodyPr wrap="square" lIns="0" tIns="0" rIns="0" bIns="0" rtlCol="0">
            <a:spAutoFit/>
          </a:bodyPr>
          <a:lstStyle/>
          <a:p>
            <a:r>
              <a:rPr lang="en-US" sz="2400" dirty="0" smtClean="0">
                <a:solidFill>
                  <a:schemeClr val="bg1"/>
                </a:solidFill>
              </a:rPr>
              <a:t>“TFS doesn’t handle formal requirements”</a:t>
            </a:r>
          </a:p>
        </p:txBody>
      </p:sp>
      <p:sp>
        <p:nvSpPr>
          <p:cNvPr id="12" name="TextBox 11"/>
          <p:cNvSpPr txBox="1"/>
          <p:nvPr/>
        </p:nvSpPr>
        <p:spPr>
          <a:xfrm>
            <a:off x="869866" y="3305824"/>
            <a:ext cx="3200400" cy="738664"/>
          </a:xfrm>
          <a:prstGeom prst="rect">
            <a:avLst/>
          </a:prstGeom>
          <a:noFill/>
        </p:spPr>
        <p:txBody>
          <a:bodyPr wrap="square" lIns="0" tIns="0" rIns="0" bIns="0" rtlCol="0">
            <a:spAutoFit/>
          </a:bodyPr>
          <a:lstStyle/>
          <a:p>
            <a:r>
              <a:rPr lang="en-US" sz="2400" dirty="0" smtClean="0">
                <a:solidFill>
                  <a:schemeClr val="bg1"/>
                </a:solidFill>
              </a:rPr>
              <a:t>“TFS is only for developers and testers”</a:t>
            </a:r>
          </a:p>
        </p:txBody>
      </p:sp>
      <p:sp>
        <p:nvSpPr>
          <p:cNvPr id="13" name="TextBox 12"/>
          <p:cNvSpPr txBox="1"/>
          <p:nvPr/>
        </p:nvSpPr>
        <p:spPr>
          <a:xfrm>
            <a:off x="869866" y="4284087"/>
            <a:ext cx="3200400" cy="738664"/>
          </a:xfrm>
          <a:prstGeom prst="rect">
            <a:avLst/>
          </a:prstGeom>
          <a:noFill/>
        </p:spPr>
        <p:txBody>
          <a:bodyPr wrap="square" lIns="0" tIns="0" rIns="0" bIns="0" rtlCol="0">
            <a:spAutoFit/>
          </a:bodyPr>
          <a:lstStyle/>
          <a:p>
            <a:r>
              <a:rPr lang="en-US" sz="2400" dirty="0" smtClean="0">
                <a:solidFill>
                  <a:schemeClr val="bg1"/>
                </a:solidFill>
              </a:rPr>
              <a:t>“TFS does not work well with Eclipse”</a:t>
            </a:r>
          </a:p>
        </p:txBody>
      </p:sp>
      <p:sp>
        <p:nvSpPr>
          <p:cNvPr id="14" name="TextBox 13"/>
          <p:cNvSpPr txBox="1"/>
          <p:nvPr/>
        </p:nvSpPr>
        <p:spPr>
          <a:xfrm>
            <a:off x="869866" y="5262348"/>
            <a:ext cx="3200400" cy="738664"/>
          </a:xfrm>
          <a:prstGeom prst="rect">
            <a:avLst/>
          </a:prstGeom>
          <a:noFill/>
        </p:spPr>
        <p:txBody>
          <a:bodyPr wrap="square" lIns="0" tIns="0" rIns="0" bIns="0" rtlCol="0">
            <a:spAutoFit/>
          </a:bodyPr>
          <a:lstStyle/>
          <a:p>
            <a:r>
              <a:rPr lang="en-US" sz="2400" dirty="0" smtClean="0">
                <a:solidFill>
                  <a:schemeClr val="bg1"/>
                </a:solidFill>
              </a:rPr>
              <a:t>“TFS can only build a product, not release it”</a:t>
            </a:r>
          </a:p>
        </p:txBody>
      </p:sp>
      <p:pic>
        <p:nvPicPr>
          <p:cNvPr id="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02699" y="3319907"/>
            <a:ext cx="2743200" cy="685800"/>
          </a:xfrm>
          <a:prstGeom prst="rect">
            <a:avLst/>
          </a:prstGeom>
          <a:ln>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pic>
        <p:nvPicPr>
          <p:cNvPr id="1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40965" y="5303110"/>
            <a:ext cx="2466668" cy="685800"/>
          </a:xfrm>
          <a:prstGeom prst="rect">
            <a:avLst/>
          </a:prstGeom>
          <a:ln>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pic>
        <p:nvPicPr>
          <p:cNvPr id="17"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10468" y="1350455"/>
            <a:ext cx="2527662" cy="685800"/>
          </a:xfrm>
          <a:prstGeom prst="rect">
            <a:avLst/>
          </a:prstGeom>
          <a:ln>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18" name="TextBox 17"/>
          <p:cNvSpPr txBox="1"/>
          <p:nvPr/>
        </p:nvSpPr>
        <p:spPr>
          <a:xfrm>
            <a:off x="8147895" y="1528871"/>
            <a:ext cx="3200400" cy="430887"/>
          </a:xfrm>
          <a:prstGeom prst="rect">
            <a:avLst/>
          </a:prstGeom>
          <a:noFill/>
        </p:spPr>
        <p:txBody>
          <a:bodyPr wrap="square" lIns="0" tIns="0" rIns="0" bIns="0" rtlCol="0">
            <a:spAutoFit/>
          </a:bodyPr>
          <a:lstStyle/>
          <a:p>
            <a:pPr algn="ctr"/>
            <a:r>
              <a:rPr lang="en-US" sz="2800" b="1" dirty="0" smtClean="0">
                <a:solidFill>
                  <a:schemeClr val="bg1"/>
                </a:solidFill>
              </a:rPr>
              <a:t>Urban Turtle</a:t>
            </a:r>
          </a:p>
        </p:txBody>
      </p:sp>
      <p:sp>
        <p:nvSpPr>
          <p:cNvPr id="19" name="TextBox 18"/>
          <p:cNvSpPr txBox="1"/>
          <p:nvPr/>
        </p:nvSpPr>
        <p:spPr>
          <a:xfrm>
            <a:off x="8147895" y="2507134"/>
            <a:ext cx="3200400" cy="430887"/>
          </a:xfrm>
          <a:prstGeom prst="rect">
            <a:avLst/>
          </a:prstGeom>
          <a:noFill/>
        </p:spPr>
        <p:txBody>
          <a:bodyPr wrap="square" lIns="0" tIns="0" rIns="0" bIns="0" rtlCol="0">
            <a:spAutoFit/>
          </a:bodyPr>
          <a:lstStyle/>
          <a:p>
            <a:pPr algn="ctr"/>
            <a:r>
              <a:rPr lang="en-US" sz="2800" b="1" dirty="0" smtClean="0">
                <a:solidFill>
                  <a:schemeClr val="bg1"/>
                </a:solidFill>
              </a:rPr>
              <a:t>inteGREAT</a:t>
            </a:r>
          </a:p>
        </p:txBody>
      </p:sp>
      <p:sp>
        <p:nvSpPr>
          <p:cNvPr id="20" name="TextBox 19"/>
          <p:cNvSpPr txBox="1"/>
          <p:nvPr/>
        </p:nvSpPr>
        <p:spPr>
          <a:xfrm>
            <a:off x="8147895" y="3485397"/>
            <a:ext cx="3200400" cy="430887"/>
          </a:xfrm>
          <a:prstGeom prst="rect">
            <a:avLst/>
          </a:prstGeom>
          <a:noFill/>
        </p:spPr>
        <p:txBody>
          <a:bodyPr wrap="square" lIns="0" tIns="0" rIns="0" bIns="0" rtlCol="0">
            <a:spAutoFit/>
          </a:bodyPr>
          <a:lstStyle/>
          <a:p>
            <a:pPr algn="ctr"/>
            <a:r>
              <a:rPr lang="en-US" sz="2800" b="1" dirty="0" smtClean="0">
                <a:solidFill>
                  <a:schemeClr val="bg1"/>
                </a:solidFill>
              </a:rPr>
              <a:t>TeamCompanion</a:t>
            </a:r>
          </a:p>
        </p:txBody>
      </p:sp>
      <p:sp>
        <p:nvSpPr>
          <p:cNvPr id="21" name="TextBox 20"/>
          <p:cNvSpPr txBox="1"/>
          <p:nvPr/>
        </p:nvSpPr>
        <p:spPr>
          <a:xfrm>
            <a:off x="8147895" y="4463660"/>
            <a:ext cx="3200400" cy="430887"/>
          </a:xfrm>
          <a:prstGeom prst="rect">
            <a:avLst/>
          </a:prstGeom>
          <a:noFill/>
        </p:spPr>
        <p:txBody>
          <a:bodyPr wrap="square" lIns="0" tIns="0" rIns="0" bIns="0" rtlCol="0">
            <a:spAutoFit/>
          </a:bodyPr>
          <a:lstStyle/>
          <a:p>
            <a:pPr algn="ctr"/>
            <a:r>
              <a:rPr lang="en-US" sz="2800" b="1" dirty="0" smtClean="0">
                <a:solidFill>
                  <a:schemeClr val="bg1"/>
                </a:solidFill>
              </a:rPr>
              <a:t>Tasktop</a:t>
            </a:r>
          </a:p>
        </p:txBody>
      </p:sp>
      <p:sp>
        <p:nvSpPr>
          <p:cNvPr id="22" name="TextBox 21"/>
          <p:cNvSpPr txBox="1"/>
          <p:nvPr/>
        </p:nvSpPr>
        <p:spPr>
          <a:xfrm>
            <a:off x="8147895" y="5441921"/>
            <a:ext cx="3200400" cy="430887"/>
          </a:xfrm>
          <a:prstGeom prst="rect">
            <a:avLst/>
          </a:prstGeom>
          <a:noFill/>
        </p:spPr>
        <p:txBody>
          <a:bodyPr wrap="square" lIns="0" tIns="0" rIns="0" bIns="0" rtlCol="0">
            <a:spAutoFit/>
          </a:bodyPr>
          <a:lstStyle/>
          <a:p>
            <a:pPr algn="ctr"/>
            <a:r>
              <a:rPr lang="en-US" sz="2800" b="1" dirty="0" smtClean="0">
                <a:solidFill>
                  <a:schemeClr val="bg1"/>
                </a:solidFill>
              </a:rPr>
              <a:t>InRelease</a:t>
            </a:r>
          </a:p>
        </p:txBody>
      </p:sp>
      <p:pic>
        <p:nvPicPr>
          <p:cNvPr id="24" name="Picture 23" descr="logo by eDevtech.JPG"/>
          <p:cNvPicPr>
            <a:picLocks noChangeAspect="1"/>
          </p:cNvPicPr>
          <p:nvPr/>
        </p:nvPicPr>
        <p:blipFill>
          <a:blip r:embed="rId5"/>
          <a:stretch>
            <a:fillRect/>
          </a:stretch>
        </p:blipFill>
        <p:spPr>
          <a:xfrm>
            <a:off x="4859275" y="2314865"/>
            <a:ext cx="2430049" cy="745010"/>
          </a:xfrm>
          <a:prstGeom prst="rect">
            <a:avLst/>
          </a:prstGeom>
          <a:ln>
            <a:solidFill>
              <a:schemeClr val="bg1"/>
            </a:solidFill>
          </a:ln>
          <a:effectLst>
            <a:outerShdw blurRad="50800" dist="38100" dir="2700000" algn="tl" rotWithShape="0">
              <a:prstClr val="black">
                <a:alpha val="40000"/>
              </a:prstClr>
            </a:outerShdw>
          </a:effectLst>
        </p:spPr>
      </p:pic>
      <p:pic>
        <p:nvPicPr>
          <p:cNvPr id="6" name="Picture 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34871" y="4210517"/>
            <a:ext cx="2478856" cy="857012"/>
          </a:xfrm>
          <a:prstGeom prst="rect">
            <a:avLst/>
          </a:prstGeom>
        </p:spPr>
      </p:pic>
    </p:spTree>
    <p:extLst>
      <p:ext uri="{BB962C8B-B14F-4D97-AF65-F5344CB8AC3E}">
        <p14:creationId xmlns:p14="http://schemas.microsoft.com/office/powerpoint/2010/main" val="1922666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1" grpId="0"/>
      <p:bldP spid="2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US" dirty="0" smtClean="0"/>
              <a:t>Myth #1</a:t>
            </a:r>
            <a:endParaRPr lang="en-US" dirty="0"/>
          </a:p>
        </p:txBody>
      </p:sp>
      <p:sp>
        <p:nvSpPr>
          <p:cNvPr id="4" name="Subtitle 3"/>
          <p:cNvSpPr>
            <a:spLocks noGrp="1"/>
          </p:cNvSpPr>
          <p:nvPr>
            <p:ph type="subTitle" idx="1"/>
          </p:nvPr>
        </p:nvSpPr>
        <p:spPr/>
        <p:txBody>
          <a:bodyPr/>
          <a:lstStyle/>
          <a:p>
            <a:r>
              <a:rPr lang="en-US" i="1" dirty="0"/>
              <a:t>“TFS doesn’t support Agile teams”</a:t>
            </a:r>
          </a:p>
          <a:p>
            <a:endParaRPr lang="en-US" dirty="0"/>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30582" y="5486400"/>
            <a:ext cx="2527662" cy="685800"/>
          </a:xfrm>
          <a:prstGeom prst="rect">
            <a:avLst/>
          </a:prstGeom>
          <a:ln>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1378097344"/>
      </p:ext>
    </p:extLst>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rtlCol="0">
            <a:normAutofit/>
          </a:bodyPr>
          <a:lstStyle/>
          <a:p>
            <a:pPr eaLnBrk="1" fontAlgn="auto" hangingPunct="1">
              <a:spcAft>
                <a:spcPts val="0"/>
              </a:spcAft>
              <a:defRPr/>
            </a:pPr>
            <a:r>
              <a:rPr lang="fr-CA" dirty="0" smtClean="0"/>
              <a:t>Urban Turtle</a:t>
            </a:r>
            <a:endParaRPr lang="en-US" dirty="0" smtClean="0"/>
          </a:p>
        </p:txBody>
      </p:sp>
      <p:sp>
        <p:nvSpPr>
          <p:cNvPr id="13315" name="Espace réservé du contenu 2"/>
          <p:cNvSpPr>
            <a:spLocks noGrp="1"/>
          </p:cNvSpPr>
          <p:nvPr>
            <p:ph idx="1"/>
          </p:nvPr>
        </p:nvSpPr>
        <p:spPr>
          <a:xfrm>
            <a:off x="519112" y="1447799"/>
            <a:ext cx="11296526" cy="2862322"/>
          </a:xfrm>
        </p:spPr>
        <p:txBody>
          <a:bodyPr/>
          <a:lstStyle/>
          <a:p>
            <a:pPr eaLnBrk="1" hangingPunct="1">
              <a:lnSpc>
                <a:spcPct val="110000"/>
              </a:lnSpc>
            </a:pPr>
            <a:r>
              <a:rPr lang="en-US" dirty="0" smtClean="0">
                <a:latin typeface="Arial" charset="0"/>
                <a:cs typeface="Arial" charset="0"/>
              </a:rPr>
              <a:t>Urban Turtle is the premier </a:t>
            </a:r>
            <a:r>
              <a:rPr lang="en-US" b="1" dirty="0" smtClean="0">
                <a:latin typeface="Arial" charset="0"/>
                <a:cs typeface="Arial" charset="0"/>
              </a:rPr>
              <a:t>Scrum</a:t>
            </a:r>
            <a:r>
              <a:rPr lang="en-US" dirty="0" smtClean="0">
                <a:latin typeface="Arial" charset="0"/>
                <a:cs typeface="Arial" charset="0"/>
              </a:rPr>
              <a:t> tool for Microsoft </a:t>
            </a:r>
            <a:r>
              <a:rPr lang="en-US" b="1" dirty="0" smtClean="0">
                <a:latin typeface="Arial" charset="0"/>
                <a:cs typeface="Arial" charset="0"/>
              </a:rPr>
              <a:t>TFS</a:t>
            </a:r>
          </a:p>
          <a:p>
            <a:pPr eaLnBrk="1" hangingPunct="1">
              <a:lnSpc>
                <a:spcPct val="110000"/>
              </a:lnSpc>
            </a:pPr>
            <a:r>
              <a:rPr lang="en-US" dirty="0" smtClean="0">
                <a:latin typeface="Arial" charset="0"/>
                <a:cs typeface="Arial" charset="0"/>
              </a:rPr>
              <a:t>Urban Turtle is developed by Pyxis Technologies:</a:t>
            </a:r>
          </a:p>
          <a:p>
            <a:pPr lvl="1" eaLnBrk="1" hangingPunct="1">
              <a:lnSpc>
                <a:spcPct val="110000"/>
              </a:lnSpc>
              <a:spcAft>
                <a:spcPct val="0"/>
              </a:spcAft>
            </a:pPr>
            <a:r>
              <a:rPr lang="en-US" b="1" dirty="0" smtClean="0">
                <a:latin typeface="Arial" charset="0"/>
                <a:cs typeface="Arial" charset="0"/>
              </a:rPr>
              <a:t>10</a:t>
            </a:r>
            <a:r>
              <a:rPr lang="en-US" dirty="0" smtClean="0">
                <a:latin typeface="Arial" charset="0"/>
                <a:cs typeface="Arial" charset="0"/>
              </a:rPr>
              <a:t> years of Agility</a:t>
            </a:r>
          </a:p>
          <a:p>
            <a:pPr lvl="1" eaLnBrk="1" hangingPunct="1">
              <a:lnSpc>
                <a:spcPct val="110000"/>
              </a:lnSpc>
              <a:spcAft>
                <a:spcPct val="0"/>
              </a:spcAft>
            </a:pPr>
            <a:r>
              <a:rPr lang="en-US" b="1" dirty="0" smtClean="0">
                <a:latin typeface="Arial" charset="0"/>
                <a:cs typeface="Arial" charset="0"/>
              </a:rPr>
              <a:t>50</a:t>
            </a:r>
            <a:r>
              <a:rPr lang="en-US" dirty="0" smtClean="0">
                <a:latin typeface="Arial" charset="0"/>
                <a:cs typeface="Arial" charset="0"/>
              </a:rPr>
              <a:t> coaching mandates </a:t>
            </a:r>
          </a:p>
          <a:p>
            <a:pPr lvl="1" eaLnBrk="1" hangingPunct="1">
              <a:lnSpc>
                <a:spcPct val="110000"/>
              </a:lnSpc>
              <a:spcAft>
                <a:spcPct val="0"/>
              </a:spcAft>
            </a:pPr>
            <a:r>
              <a:rPr lang="en-US" b="1" dirty="0" smtClean="0">
                <a:latin typeface="Arial" charset="0"/>
                <a:cs typeface="Arial" charset="0"/>
              </a:rPr>
              <a:t>1,500</a:t>
            </a:r>
            <a:r>
              <a:rPr lang="en-US" dirty="0" smtClean="0">
                <a:latin typeface="Arial" charset="0"/>
                <a:cs typeface="Arial" charset="0"/>
              </a:rPr>
              <a:t> certified ScrumMasters </a:t>
            </a:r>
          </a:p>
        </p:txBody>
      </p:sp>
      <p:sp>
        <p:nvSpPr>
          <p:cNvPr id="13316" name="Espace réservé du pied de page 4"/>
          <p:cNvSpPr>
            <a:spLocks noGrp="1"/>
          </p:cNvSpPr>
          <p:nvPr>
            <p:ph type="ftr" sz="quarter" idx="4294967295"/>
          </p:nvPr>
        </p:nvSpPr>
        <p:spPr bwMode="auto">
          <a:xfrm>
            <a:off x="122663" y="6357939"/>
            <a:ext cx="11896249"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fontAlgn="base" hangingPunct="1">
              <a:spcBef>
                <a:spcPct val="0"/>
              </a:spcBef>
              <a:spcAft>
                <a:spcPct val="0"/>
              </a:spcAft>
            </a:pPr>
            <a:r>
              <a:rPr lang="fr-CA" dirty="0" smtClean="0">
                <a:solidFill>
                  <a:srgbClr val="FFFF00"/>
                </a:solidFill>
                <a:cs typeface="Arial" charset="0"/>
              </a:rPr>
              <a:t>http://urbanturtle.com</a:t>
            </a:r>
            <a:endParaRPr lang="en-US" dirty="0" smtClean="0">
              <a:solidFill>
                <a:srgbClr val="FFFF00"/>
              </a:solidFill>
              <a:cs typeface="Arial" charset="0"/>
            </a:endParaRPr>
          </a:p>
        </p:txBody>
      </p:sp>
      <p:pic>
        <p:nvPicPr>
          <p:cNvPr id="11" name="Picture 1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38218" y="2794056"/>
            <a:ext cx="5780694" cy="3374731"/>
          </a:xfrm>
          <a:prstGeom prst="rect">
            <a:avLst/>
          </a:prstGeom>
          <a:ln>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1763836973"/>
      </p:ext>
    </p:extLst>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rtlCol="0">
            <a:normAutofit/>
          </a:bodyPr>
          <a:lstStyle/>
          <a:p>
            <a:pPr>
              <a:defRPr/>
            </a:pPr>
            <a:r>
              <a:rPr lang="fr-CA" dirty="0" smtClean="0"/>
              <a:t>Urban </a:t>
            </a:r>
            <a:r>
              <a:rPr lang="fr-CA" dirty="0"/>
              <a:t>Turtle</a:t>
            </a:r>
            <a:endParaRPr lang="en-US" dirty="0" smtClean="0"/>
          </a:p>
        </p:txBody>
      </p:sp>
      <p:sp>
        <p:nvSpPr>
          <p:cNvPr id="15363" name="Espace réservé du contenu 2"/>
          <p:cNvSpPr>
            <a:spLocks noGrp="1"/>
          </p:cNvSpPr>
          <p:nvPr>
            <p:ph idx="1"/>
          </p:nvPr>
        </p:nvSpPr>
        <p:spPr>
          <a:xfrm>
            <a:off x="519112" y="1447799"/>
            <a:ext cx="11149013" cy="4979825"/>
          </a:xfrm>
        </p:spPr>
        <p:txBody>
          <a:bodyPr/>
          <a:lstStyle/>
          <a:p>
            <a:r>
              <a:rPr lang="en-US" dirty="0">
                <a:latin typeface="Arial" charset="0"/>
                <a:ea typeface="ＭＳ Ｐゴシック" pitchFamily="34" charset="-128"/>
                <a:cs typeface="Arial" charset="0"/>
              </a:rPr>
              <a:t>Agile project management</a:t>
            </a:r>
          </a:p>
          <a:p>
            <a:pPr lvl="1"/>
            <a:r>
              <a:rPr lang="en-US" dirty="0">
                <a:latin typeface="Arial" charset="0"/>
                <a:ea typeface="ＭＳ Ｐゴシック" pitchFamily="34" charset="-128"/>
                <a:cs typeface="Arial" charset="0"/>
              </a:rPr>
              <a:t>Backlog g</a:t>
            </a:r>
            <a:r>
              <a:rPr lang="en-US" dirty="0" smtClean="0">
                <a:latin typeface="Arial" charset="0"/>
                <a:ea typeface="ＭＳ Ｐゴシック" pitchFamily="34" charset="-128"/>
                <a:cs typeface="Arial" charset="0"/>
              </a:rPr>
              <a:t>rooming and prioritization</a:t>
            </a:r>
            <a:endParaRPr lang="en-US" dirty="0">
              <a:latin typeface="Arial" charset="0"/>
              <a:ea typeface="ＭＳ Ｐゴシック" pitchFamily="34" charset="-128"/>
              <a:cs typeface="Arial" charset="0"/>
            </a:endParaRPr>
          </a:p>
          <a:p>
            <a:pPr lvl="1">
              <a:spcAft>
                <a:spcPct val="0"/>
              </a:spcAft>
            </a:pPr>
            <a:r>
              <a:rPr lang="en-US" dirty="0" smtClean="0">
                <a:latin typeface="Arial" charset="0"/>
                <a:ea typeface="ＭＳ Ｐゴシック" pitchFamily="34" charset="-128"/>
                <a:cs typeface="Arial" charset="0"/>
              </a:rPr>
              <a:t>Sprint planning</a:t>
            </a:r>
          </a:p>
          <a:p>
            <a:pPr lvl="1">
              <a:spcAft>
                <a:spcPct val="0"/>
              </a:spcAft>
            </a:pPr>
            <a:r>
              <a:rPr lang="en-US" dirty="0">
                <a:latin typeface="Arial" charset="0"/>
                <a:ea typeface="ＭＳ Ｐゴシック" pitchFamily="34" charset="-128"/>
                <a:cs typeface="Arial" charset="0"/>
              </a:rPr>
              <a:t>D</a:t>
            </a:r>
            <a:r>
              <a:rPr lang="en-US" dirty="0" smtClean="0">
                <a:latin typeface="Arial" charset="0"/>
                <a:ea typeface="ＭＳ Ｐゴシック" pitchFamily="34" charset="-128"/>
                <a:cs typeface="Arial" charset="0"/>
              </a:rPr>
              <a:t>ay </a:t>
            </a:r>
            <a:r>
              <a:rPr lang="en-US" dirty="0">
                <a:latin typeface="Arial" charset="0"/>
                <a:ea typeface="ＭＳ Ｐゴシック" pitchFamily="34" charset="-128"/>
                <a:cs typeface="Arial" charset="0"/>
              </a:rPr>
              <a:t>to day </a:t>
            </a:r>
            <a:r>
              <a:rPr lang="en-US" dirty="0" smtClean="0">
                <a:latin typeface="Arial" charset="0"/>
                <a:ea typeface="ＭＳ Ｐゴシック" pitchFamily="34" charset="-128"/>
                <a:cs typeface="Arial" charset="0"/>
              </a:rPr>
              <a:t>tasks tracking</a:t>
            </a:r>
            <a:endParaRPr lang="en-US" dirty="0">
              <a:latin typeface="Arial" charset="0"/>
              <a:ea typeface="ＭＳ Ｐゴシック" pitchFamily="34" charset="-128"/>
              <a:cs typeface="Arial" charset="0"/>
            </a:endParaRPr>
          </a:p>
          <a:p>
            <a:pPr eaLnBrk="1" hangingPunct="1"/>
            <a:r>
              <a:rPr lang="en-US" dirty="0" smtClean="0">
                <a:latin typeface="Arial" charset="0"/>
                <a:ea typeface="ＭＳ Ｐゴシック" pitchFamily="34" charset="-128"/>
                <a:cs typeface="Arial" charset="0"/>
              </a:rPr>
              <a:t>Targets all team member</a:t>
            </a:r>
          </a:p>
          <a:p>
            <a:pPr lvl="1" eaLnBrk="1" hangingPunct="1">
              <a:spcAft>
                <a:spcPct val="0"/>
              </a:spcAft>
            </a:pPr>
            <a:r>
              <a:rPr lang="en-US" b="1" dirty="0" smtClean="0">
                <a:latin typeface="Arial" charset="0"/>
                <a:ea typeface="ＭＳ Ｐゴシック" pitchFamily="34" charset="-128"/>
                <a:cs typeface="Arial" charset="0"/>
              </a:rPr>
              <a:t>Non-technical</a:t>
            </a:r>
            <a:endParaRPr lang="en-US" dirty="0" smtClean="0">
              <a:latin typeface="Arial" charset="0"/>
              <a:ea typeface="ＭＳ Ｐゴシック" pitchFamily="34" charset="-128"/>
              <a:cs typeface="Arial" charset="0"/>
            </a:endParaRPr>
          </a:p>
          <a:p>
            <a:pPr lvl="2" eaLnBrk="1" hangingPunct="1">
              <a:spcAft>
                <a:spcPct val="0"/>
              </a:spcAft>
            </a:pPr>
            <a:r>
              <a:rPr lang="en-US" dirty="0" smtClean="0">
                <a:latin typeface="Arial" charset="0"/>
                <a:ea typeface="ＭＳ Ｐゴシック" pitchFamily="34" charset="-128"/>
                <a:cs typeface="Arial" charset="0"/>
              </a:rPr>
              <a:t>Requirements expert (Product Owner),</a:t>
            </a:r>
          </a:p>
          <a:p>
            <a:pPr lvl="2" eaLnBrk="1" hangingPunct="1">
              <a:spcAft>
                <a:spcPct val="0"/>
              </a:spcAft>
            </a:pPr>
            <a:r>
              <a:rPr lang="en-US" dirty="0" smtClean="0">
                <a:latin typeface="Arial" charset="0"/>
                <a:ea typeface="ＭＳ Ｐゴシック" pitchFamily="34" charset="-128"/>
                <a:cs typeface="Arial" charset="0"/>
              </a:rPr>
              <a:t>Facilitator and agile coach (ScrumMaster)</a:t>
            </a:r>
          </a:p>
          <a:p>
            <a:pPr lvl="2" eaLnBrk="1" hangingPunct="1">
              <a:spcAft>
                <a:spcPct val="0"/>
              </a:spcAft>
            </a:pPr>
            <a:r>
              <a:rPr lang="en-US" dirty="0" smtClean="0">
                <a:latin typeface="Arial" charset="0"/>
                <a:ea typeface="ＭＳ Ｐゴシック" pitchFamily="34" charset="-128"/>
                <a:cs typeface="Arial" charset="0"/>
              </a:rPr>
              <a:t>Development manager</a:t>
            </a:r>
          </a:p>
          <a:p>
            <a:pPr lvl="1" eaLnBrk="1" hangingPunct="1">
              <a:spcAft>
                <a:spcPct val="0"/>
              </a:spcAft>
            </a:pPr>
            <a:r>
              <a:rPr lang="en-US" b="1" dirty="0" smtClean="0">
                <a:latin typeface="Arial" charset="0"/>
                <a:ea typeface="ＭＳ Ｐゴシック" pitchFamily="34" charset="-128"/>
                <a:cs typeface="Arial" charset="0"/>
              </a:rPr>
              <a:t>Technical</a:t>
            </a:r>
          </a:p>
          <a:p>
            <a:pPr lvl="2" eaLnBrk="1" hangingPunct="1">
              <a:spcAft>
                <a:spcPct val="0"/>
              </a:spcAft>
            </a:pPr>
            <a:r>
              <a:rPr lang="en-US" dirty="0" smtClean="0">
                <a:latin typeface="Arial" charset="0"/>
                <a:ea typeface="ＭＳ Ｐゴシック" pitchFamily="34" charset="-128"/>
                <a:cs typeface="Arial" charset="0"/>
              </a:rPr>
              <a:t>Developer</a:t>
            </a:r>
          </a:p>
        </p:txBody>
      </p:sp>
      <p:sp>
        <p:nvSpPr>
          <p:cNvPr id="5" name="Espace réservé du pied de page 4"/>
          <p:cNvSpPr txBox="1">
            <a:spLocks/>
          </p:cNvSpPr>
          <p:nvPr/>
        </p:nvSpPr>
        <p:spPr bwMode="auto">
          <a:xfrm>
            <a:off x="122663" y="6357939"/>
            <a:ext cx="11896249"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363" rtl="0" eaLnBrk="0" latinLnBrk="0" hangingPunct="0">
              <a:defRPr sz="1800" kern="1200">
                <a:solidFill>
                  <a:schemeClr val="tx1"/>
                </a:solidFill>
                <a:latin typeface="Arial" charset="0"/>
                <a:ea typeface="+mn-ea"/>
                <a:cs typeface="+mn-cs"/>
              </a:defRPr>
            </a:lvl1pPr>
            <a:lvl2pPr marL="742950" indent="-285750" algn="l" defTabSz="914363" rtl="0" eaLnBrk="0" latinLnBrk="0" hangingPunct="0">
              <a:defRPr sz="1800" kern="1200">
                <a:solidFill>
                  <a:schemeClr val="tx1"/>
                </a:solidFill>
                <a:latin typeface="Arial" charset="0"/>
                <a:ea typeface="+mn-ea"/>
                <a:cs typeface="+mn-cs"/>
              </a:defRPr>
            </a:lvl2pPr>
            <a:lvl3pPr marL="1143000" indent="-228600" algn="l" defTabSz="914363" rtl="0" eaLnBrk="0" latinLnBrk="0" hangingPunct="0">
              <a:defRPr sz="1800" kern="1200">
                <a:solidFill>
                  <a:schemeClr val="tx1"/>
                </a:solidFill>
                <a:latin typeface="Arial" charset="0"/>
                <a:ea typeface="+mn-ea"/>
                <a:cs typeface="+mn-cs"/>
              </a:defRPr>
            </a:lvl3pPr>
            <a:lvl4pPr marL="1600200" indent="-228600" algn="l" defTabSz="914363" rtl="0" eaLnBrk="0" latinLnBrk="0" hangingPunct="0">
              <a:defRPr sz="1800" kern="1200">
                <a:solidFill>
                  <a:schemeClr val="tx1"/>
                </a:solidFill>
                <a:latin typeface="Arial" charset="0"/>
                <a:ea typeface="+mn-ea"/>
                <a:cs typeface="+mn-cs"/>
              </a:defRPr>
            </a:lvl4pPr>
            <a:lvl5pPr marL="2057400" indent="-228600" algn="l" defTabSz="914363" rtl="0" eaLnBrk="0" latinLnBrk="0" hangingPunct="0">
              <a:defRPr sz="1800" kern="1200">
                <a:solidFill>
                  <a:schemeClr val="tx1"/>
                </a:solidFill>
                <a:latin typeface="Arial" charset="0"/>
                <a:ea typeface="+mn-ea"/>
                <a:cs typeface="+mn-cs"/>
              </a:defRPr>
            </a:lvl5pPr>
            <a:lvl6pPr marL="25146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6pPr>
            <a:lvl7pPr marL="29718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7pPr>
            <a:lvl8pPr marL="34290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8pPr>
            <a:lvl9pPr marL="38862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9pPr>
          </a:lstStyle>
          <a:p>
            <a:pPr algn="ctr" eaLnBrk="1" fontAlgn="base" hangingPunct="1">
              <a:spcBef>
                <a:spcPct val="0"/>
              </a:spcBef>
              <a:spcAft>
                <a:spcPct val="0"/>
              </a:spcAft>
            </a:pPr>
            <a:r>
              <a:rPr lang="fr-CA" smtClean="0">
                <a:solidFill>
                  <a:srgbClr val="FFFF00"/>
                </a:solidFill>
                <a:cs typeface="Arial" charset="0"/>
              </a:rPr>
              <a:t>http://urbanturtle.com</a:t>
            </a:r>
            <a:endParaRPr lang="en-US" dirty="0" smtClean="0">
              <a:solidFill>
                <a:srgbClr val="FFFF00"/>
              </a:solidFill>
              <a:cs typeface="Arial" charset="0"/>
            </a:endParaRPr>
          </a:p>
        </p:txBody>
      </p:sp>
    </p:spTree>
    <p:extLst>
      <p:ext uri="{BB962C8B-B14F-4D97-AF65-F5344CB8AC3E}">
        <p14:creationId xmlns:p14="http://schemas.microsoft.com/office/powerpoint/2010/main" val="3393828079"/>
      </p:ext>
    </p:extLst>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rtlCol="0">
            <a:normAutofit/>
          </a:bodyPr>
          <a:lstStyle/>
          <a:p>
            <a:pPr>
              <a:defRPr/>
            </a:pPr>
            <a:r>
              <a:rPr lang="fr-CA" dirty="0" smtClean="0"/>
              <a:t>Urban </a:t>
            </a:r>
            <a:r>
              <a:rPr lang="fr-CA" dirty="0"/>
              <a:t>Turtle</a:t>
            </a:r>
            <a:endParaRPr lang="en-US" dirty="0" smtClean="0"/>
          </a:p>
        </p:txBody>
      </p:sp>
      <p:sp>
        <p:nvSpPr>
          <p:cNvPr id="14339" name="Espace réservé du contenu 2"/>
          <p:cNvSpPr>
            <a:spLocks noGrp="1"/>
          </p:cNvSpPr>
          <p:nvPr>
            <p:ph idx="1"/>
          </p:nvPr>
        </p:nvSpPr>
        <p:spPr>
          <a:xfrm>
            <a:off x="609441" y="1500189"/>
            <a:ext cx="8556512" cy="5589222"/>
          </a:xfrm>
        </p:spPr>
        <p:txBody>
          <a:bodyPr/>
          <a:lstStyle/>
          <a:p>
            <a:pPr eaLnBrk="1" hangingPunct="1"/>
            <a:r>
              <a:rPr lang="en-US" dirty="0">
                <a:latin typeface="Arial" charset="0"/>
                <a:ea typeface="ＭＳ Ｐゴシック" pitchFamily="34" charset="-128"/>
                <a:cs typeface="Arial" charset="0"/>
              </a:rPr>
              <a:t>Seamlessly integrates with TFS Web Access </a:t>
            </a:r>
            <a:endParaRPr lang="en-US" dirty="0" smtClean="0">
              <a:latin typeface="Arial" charset="0"/>
              <a:ea typeface="ＭＳ Ｐゴシック" pitchFamily="34" charset="-128"/>
              <a:cs typeface="Arial" charset="0"/>
            </a:endParaRPr>
          </a:p>
          <a:p>
            <a:pPr lvl="1"/>
            <a:r>
              <a:rPr lang="en-US" dirty="0" smtClean="0">
                <a:latin typeface="Arial" charset="0"/>
                <a:ea typeface="ＭＳ Ｐゴシック" pitchFamily="34" charset="-128"/>
                <a:cs typeface="Arial" charset="0"/>
              </a:rPr>
              <a:t>Planning Board</a:t>
            </a:r>
          </a:p>
          <a:p>
            <a:pPr lvl="1">
              <a:spcAft>
                <a:spcPct val="0"/>
              </a:spcAft>
            </a:pPr>
            <a:r>
              <a:rPr lang="en-US" dirty="0" smtClean="0">
                <a:latin typeface="Arial" charset="0"/>
                <a:ea typeface="ＭＳ Ｐゴシック" pitchFamily="34" charset="-128"/>
                <a:cs typeface="Arial" charset="0"/>
              </a:rPr>
              <a:t>Task Board</a:t>
            </a:r>
          </a:p>
          <a:p>
            <a:r>
              <a:rPr lang="en-US" dirty="0" smtClean="0">
                <a:latin typeface="Arial" charset="0"/>
                <a:ea typeface="ＭＳ Ｐゴシック" pitchFamily="34" charset="-128"/>
                <a:cs typeface="Arial" charset="0"/>
              </a:rPr>
              <a:t>Works </a:t>
            </a:r>
            <a:r>
              <a:rPr lang="en-US" dirty="0">
                <a:latin typeface="Arial" charset="0"/>
                <a:ea typeface="ＭＳ Ｐゴシック" pitchFamily="34" charset="-128"/>
                <a:cs typeface="Arial" charset="0"/>
              </a:rPr>
              <a:t>with any TFS </a:t>
            </a:r>
            <a:r>
              <a:rPr lang="en-US" dirty="0" smtClean="0">
                <a:latin typeface="Arial" charset="0"/>
                <a:ea typeface="ＭＳ Ｐゴシック" pitchFamily="34" charset="-128"/>
                <a:cs typeface="Arial" charset="0"/>
              </a:rPr>
              <a:t>template</a:t>
            </a:r>
            <a:endParaRPr lang="en-US" dirty="0">
              <a:latin typeface="Arial" charset="0"/>
              <a:ea typeface="ＭＳ Ｐゴシック" pitchFamily="34" charset="-128"/>
              <a:cs typeface="Arial" charset="0"/>
            </a:endParaRPr>
          </a:p>
          <a:p>
            <a:pPr lvl="1">
              <a:spcAft>
                <a:spcPct val="0"/>
              </a:spcAft>
            </a:pPr>
            <a:r>
              <a:rPr lang="en-US" dirty="0">
                <a:latin typeface="Arial" charset="0"/>
                <a:ea typeface="ＭＳ Ｐゴシック" pitchFamily="34" charset="-128"/>
                <a:cs typeface="Arial" charset="0"/>
              </a:rPr>
              <a:t>Visual Studio Scrum v1</a:t>
            </a:r>
          </a:p>
          <a:p>
            <a:pPr lvl="1">
              <a:spcAft>
                <a:spcPct val="0"/>
              </a:spcAft>
            </a:pPr>
            <a:r>
              <a:rPr lang="en-US" dirty="0">
                <a:latin typeface="Arial" charset="0"/>
                <a:ea typeface="ＭＳ Ｐゴシック" pitchFamily="34" charset="-128"/>
                <a:cs typeface="Arial" charset="0"/>
              </a:rPr>
              <a:t>MSF Agile v5</a:t>
            </a:r>
          </a:p>
          <a:p>
            <a:pPr lvl="1">
              <a:spcAft>
                <a:spcPct val="0"/>
              </a:spcAft>
            </a:pPr>
            <a:r>
              <a:rPr lang="en-US" dirty="0">
                <a:latin typeface="Arial" charset="0"/>
                <a:ea typeface="ＭＳ Ｐゴシック" pitchFamily="34" charset="-128"/>
                <a:cs typeface="Arial" charset="0"/>
              </a:rPr>
              <a:t>Scrum for Team System v3</a:t>
            </a:r>
          </a:p>
          <a:p>
            <a:pPr lvl="1">
              <a:spcAft>
                <a:spcPct val="0"/>
              </a:spcAft>
            </a:pPr>
            <a:r>
              <a:rPr lang="en-US" dirty="0">
                <a:latin typeface="Arial" charset="0"/>
                <a:ea typeface="ＭＳ Ｐゴシック" pitchFamily="34" charset="-128"/>
                <a:cs typeface="Arial" charset="0"/>
              </a:rPr>
              <a:t>Add your own custom process </a:t>
            </a:r>
            <a:r>
              <a:rPr lang="en-US" dirty="0" smtClean="0">
                <a:latin typeface="Arial" charset="0"/>
                <a:ea typeface="ＭＳ Ｐゴシック" pitchFamily="34" charset="-128"/>
                <a:cs typeface="Arial" charset="0"/>
              </a:rPr>
              <a:t>template</a:t>
            </a:r>
            <a:endParaRPr lang="en-US" dirty="0">
              <a:latin typeface="Arial" charset="0"/>
              <a:ea typeface="ＭＳ Ｐゴシック" pitchFamily="34" charset="-128"/>
              <a:cs typeface="Arial" charset="0"/>
            </a:endParaRPr>
          </a:p>
          <a:p>
            <a:pPr marL="57150" indent="0" eaLnBrk="1" hangingPunct="1">
              <a:spcAft>
                <a:spcPct val="0"/>
              </a:spcAft>
              <a:buNone/>
            </a:pPr>
            <a:endParaRPr lang="en-US" dirty="0" smtClean="0">
              <a:latin typeface="Arial" charset="0"/>
              <a:ea typeface="ＭＳ Ｐゴシック" pitchFamily="34" charset="-128"/>
              <a:cs typeface="Arial" charset="0"/>
            </a:endParaRPr>
          </a:p>
          <a:p>
            <a:pPr eaLnBrk="1" hangingPunct="1">
              <a:spcAft>
                <a:spcPct val="0"/>
              </a:spcAft>
            </a:pPr>
            <a:endParaRPr lang="fr-CA" dirty="0" smtClean="0">
              <a:latin typeface="Arial" charset="0"/>
              <a:ea typeface="ＭＳ Ｐゴシック" pitchFamily="34" charset="-128"/>
              <a:cs typeface="Arial" charset="0"/>
            </a:endParaRPr>
          </a:p>
          <a:p>
            <a:pPr eaLnBrk="1" hangingPunct="1">
              <a:buFont typeface="Arial" charset="0"/>
              <a:buNone/>
            </a:pPr>
            <a:endParaRPr lang="en-US" dirty="0" smtClean="0">
              <a:latin typeface="Arial" charset="0"/>
              <a:ea typeface="ＭＳ Ｐゴシック" pitchFamily="34" charset="-128"/>
              <a:cs typeface="Arial" charset="0"/>
            </a:endParaRPr>
          </a:p>
        </p:txBody>
      </p:sp>
      <p:sp>
        <p:nvSpPr>
          <p:cNvPr id="14341" name="Espace réservé du pied de page 4"/>
          <p:cNvSpPr>
            <a:spLocks noGrp="1"/>
          </p:cNvSpPr>
          <p:nvPr>
            <p:ph type="ftr" sz="quarter" idx="4294967295"/>
          </p:nvPr>
        </p:nvSpPr>
        <p:spPr bwMode="auto">
          <a:xfrm>
            <a:off x="10024941" y="6233531"/>
            <a:ext cx="1826871" cy="57874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fontAlgn="base" hangingPunct="1">
              <a:spcBef>
                <a:spcPct val="0"/>
              </a:spcBef>
              <a:spcAft>
                <a:spcPct val="0"/>
              </a:spcAft>
            </a:pPr>
            <a:r>
              <a:rPr lang="fr-CA" sz="2800" b="1" dirty="0" smtClean="0">
                <a:solidFill>
                  <a:srgbClr val="FFFF00"/>
                </a:solidFill>
                <a:cs typeface="Arial" charset="0"/>
              </a:rPr>
              <a:t>DEMO …</a:t>
            </a:r>
            <a:endParaRPr lang="en-US" sz="2800" b="1" dirty="0" smtClean="0">
              <a:solidFill>
                <a:srgbClr val="FFFF00"/>
              </a:solidFill>
              <a:cs typeface="Arial" charset="0"/>
            </a:endParaRPr>
          </a:p>
        </p:txBody>
      </p:sp>
      <p:sp>
        <p:nvSpPr>
          <p:cNvPr id="5" name="Espace réservé du pied de page 4"/>
          <p:cNvSpPr txBox="1">
            <a:spLocks/>
          </p:cNvSpPr>
          <p:nvPr/>
        </p:nvSpPr>
        <p:spPr bwMode="auto">
          <a:xfrm>
            <a:off x="122663" y="6357939"/>
            <a:ext cx="11896249"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363" rtl="0" eaLnBrk="0" latinLnBrk="0" hangingPunct="0">
              <a:defRPr sz="1800" kern="1200">
                <a:solidFill>
                  <a:schemeClr val="tx1"/>
                </a:solidFill>
                <a:latin typeface="Arial" charset="0"/>
                <a:ea typeface="+mn-ea"/>
                <a:cs typeface="+mn-cs"/>
              </a:defRPr>
            </a:lvl1pPr>
            <a:lvl2pPr marL="742950" indent="-285750" algn="l" defTabSz="914363" rtl="0" eaLnBrk="0" latinLnBrk="0" hangingPunct="0">
              <a:defRPr sz="1800" kern="1200">
                <a:solidFill>
                  <a:schemeClr val="tx1"/>
                </a:solidFill>
                <a:latin typeface="Arial" charset="0"/>
                <a:ea typeface="+mn-ea"/>
                <a:cs typeface="+mn-cs"/>
              </a:defRPr>
            </a:lvl2pPr>
            <a:lvl3pPr marL="1143000" indent="-228600" algn="l" defTabSz="914363" rtl="0" eaLnBrk="0" latinLnBrk="0" hangingPunct="0">
              <a:defRPr sz="1800" kern="1200">
                <a:solidFill>
                  <a:schemeClr val="tx1"/>
                </a:solidFill>
                <a:latin typeface="Arial" charset="0"/>
                <a:ea typeface="+mn-ea"/>
                <a:cs typeface="+mn-cs"/>
              </a:defRPr>
            </a:lvl3pPr>
            <a:lvl4pPr marL="1600200" indent="-228600" algn="l" defTabSz="914363" rtl="0" eaLnBrk="0" latinLnBrk="0" hangingPunct="0">
              <a:defRPr sz="1800" kern="1200">
                <a:solidFill>
                  <a:schemeClr val="tx1"/>
                </a:solidFill>
                <a:latin typeface="Arial" charset="0"/>
                <a:ea typeface="+mn-ea"/>
                <a:cs typeface="+mn-cs"/>
              </a:defRPr>
            </a:lvl4pPr>
            <a:lvl5pPr marL="2057400" indent="-228600" algn="l" defTabSz="914363" rtl="0" eaLnBrk="0" latinLnBrk="0" hangingPunct="0">
              <a:defRPr sz="1800" kern="1200">
                <a:solidFill>
                  <a:schemeClr val="tx1"/>
                </a:solidFill>
                <a:latin typeface="Arial" charset="0"/>
                <a:ea typeface="+mn-ea"/>
                <a:cs typeface="+mn-cs"/>
              </a:defRPr>
            </a:lvl5pPr>
            <a:lvl6pPr marL="25146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6pPr>
            <a:lvl7pPr marL="29718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7pPr>
            <a:lvl8pPr marL="34290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8pPr>
            <a:lvl9pPr marL="38862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9pPr>
          </a:lstStyle>
          <a:p>
            <a:pPr algn="ctr" eaLnBrk="1" fontAlgn="base" hangingPunct="1">
              <a:spcBef>
                <a:spcPct val="0"/>
              </a:spcBef>
              <a:spcAft>
                <a:spcPct val="0"/>
              </a:spcAft>
            </a:pPr>
            <a:r>
              <a:rPr lang="fr-CA" smtClean="0">
                <a:solidFill>
                  <a:srgbClr val="FFFF00"/>
                </a:solidFill>
                <a:cs typeface="Arial" charset="0"/>
              </a:rPr>
              <a:t>http://urbanturtle.com</a:t>
            </a:r>
            <a:endParaRPr lang="en-US" dirty="0" smtClean="0">
              <a:solidFill>
                <a:srgbClr val="FFFF00"/>
              </a:solidFill>
              <a:cs typeface="Arial" charset="0"/>
            </a:endParaRPr>
          </a:p>
        </p:txBody>
      </p:sp>
    </p:spTree>
    <p:extLst>
      <p:ext uri="{BB962C8B-B14F-4D97-AF65-F5344CB8AC3E}">
        <p14:creationId xmlns:p14="http://schemas.microsoft.com/office/powerpoint/2010/main" val="342379390"/>
      </p:ext>
    </p:extLst>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Myth </a:t>
            </a:r>
            <a:r>
              <a:rPr lang="en-US" dirty="0" smtClean="0"/>
              <a:t>#2</a:t>
            </a:r>
            <a:endParaRPr lang="en-US" dirty="0"/>
          </a:p>
        </p:txBody>
      </p:sp>
      <p:sp>
        <p:nvSpPr>
          <p:cNvPr id="3" name="Subtitle 2"/>
          <p:cNvSpPr>
            <a:spLocks noGrp="1"/>
          </p:cNvSpPr>
          <p:nvPr>
            <p:ph type="subTitle" idx="1"/>
          </p:nvPr>
        </p:nvSpPr>
        <p:spPr/>
        <p:txBody>
          <a:bodyPr/>
          <a:lstStyle/>
          <a:p>
            <a:r>
              <a:rPr lang="en-US" dirty="0"/>
              <a:t>“TFS doesn’t handle formal requirements</a:t>
            </a:r>
            <a:r>
              <a:rPr lang="en-US" dirty="0" smtClean="0"/>
              <a:t>”</a:t>
            </a:r>
            <a:endParaRPr lang="en-US" dirty="0"/>
          </a:p>
        </p:txBody>
      </p:sp>
      <p:pic>
        <p:nvPicPr>
          <p:cNvPr id="7" name="Picture 6" descr="inteGREAT logo SC.JPG"/>
          <p:cNvPicPr>
            <a:picLocks noChangeAspect="1"/>
          </p:cNvPicPr>
          <p:nvPr/>
        </p:nvPicPr>
        <p:blipFill>
          <a:blip r:embed="rId3"/>
          <a:stretch>
            <a:fillRect/>
          </a:stretch>
        </p:blipFill>
        <p:spPr>
          <a:xfrm>
            <a:off x="4687191" y="5273261"/>
            <a:ext cx="2914650" cy="1171575"/>
          </a:xfrm>
          <a:prstGeom prst="rect">
            <a:avLst/>
          </a:prstGeom>
          <a:ln>
            <a:solidFill>
              <a:schemeClr val="bg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165957760"/>
      </p:ext>
    </p:extLst>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inteGREAT?</a:t>
            </a:r>
            <a:endParaRPr lang="en-US" dirty="0"/>
          </a:p>
        </p:txBody>
      </p:sp>
      <p:sp>
        <p:nvSpPr>
          <p:cNvPr id="3" name="Text Placeholder 2"/>
          <p:cNvSpPr>
            <a:spLocks noGrp="1"/>
          </p:cNvSpPr>
          <p:nvPr>
            <p:ph type="body" sz="quarter" idx="10"/>
          </p:nvPr>
        </p:nvSpPr>
        <p:spPr>
          <a:xfrm>
            <a:off x="519112" y="1447799"/>
            <a:ext cx="5731548" cy="1329595"/>
          </a:xfrm>
        </p:spPr>
        <p:txBody>
          <a:bodyPr/>
          <a:lstStyle/>
          <a:p>
            <a:r>
              <a:rPr lang="en-US" dirty="0"/>
              <a:t>A Knowledge Management Platform for Requirements </a:t>
            </a:r>
            <a:r>
              <a:rPr lang="en-US" dirty="0" smtClean="0"/>
              <a:t>Development</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75602" y="314821"/>
            <a:ext cx="6097472" cy="6172195"/>
          </a:xfrm>
          <a:prstGeom prst="rect">
            <a:avLst/>
          </a:prstGeom>
        </p:spPr>
      </p:pic>
      <p:sp>
        <p:nvSpPr>
          <p:cNvPr id="6" name="Espace réservé du pied de page 4"/>
          <p:cNvSpPr txBox="1">
            <a:spLocks/>
          </p:cNvSpPr>
          <p:nvPr/>
        </p:nvSpPr>
        <p:spPr bwMode="auto">
          <a:xfrm>
            <a:off x="122663" y="6491751"/>
            <a:ext cx="11896249"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363" rtl="0" eaLnBrk="0" latinLnBrk="0" hangingPunct="0">
              <a:defRPr sz="1800" kern="1200">
                <a:solidFill>
                  <a:schemeClr val="tx1"/>
                </a:solidFill>
                <a:latin typeface="Arial" charset="0"/>
                <a:ea typeface="+mn-ea"/>
                <a:cs typeface="+mn-cs"/>
              </a:defRPr>
            </a:lvl1pPr>
            <a:lvl2pPr marL="742950" indent="-285750" algn="l" defTabSz="914363" rtl="0" eaLnBrk="0" latinLnBrk="0" hangingPunct="0">
              <a:defRPr sz="1800" kern="1200">
                <a:solidFill>
                  <a:schemeClr val="tx1"/>
                </a:solidFill>
                <a:latin typeface="Arial" charset="0"/>
                <a:ea typeface="+mn-ea"/>
                <a:cs typeface="+mn-cs"/>
              </a:defRPr>
            </a:lvl2pPr>
            <a:lvl3pPr marL="1143000" indent="-228600" algn="l" defTabSz="914363" rtl="0" eaLnBrk="0" latinLnBrk="0" hangingPunct="0">
              <a:defRPr sz="1800" kern="1200">
                <a:solidFill>
                  <a:schemeClr val="tx1"/>
                </a:solidFill>
                <a:latin typeface="Arial" charset="0"/>
                <a:ea typeface="+mn-ea"/>
                <a:cs typeface="+mn-cs"/>
              </a:defRPr>
            </a:lvl3pPr>
            <a:lvl4pPr marL="1600200" indent="-228600" algn="l" defTabSz="914363" rtl="0" eaLnBrk="0" latinLnBrk="0" hangingPunct="0">
              <a:defRPr sz="1800" kern="1200">
                <a:solidFill>
                  <a:schemeClr val="tx1"/>
                </a:solidFill>
                <a:latin typeface="Arial" charset="0"/>
                <a:ea typeface="+mn-ea"/>
                <a:cs typeface="+mn-cs"/>
              </a:defRPr>
            </a:lvl4pPr>
            <a:lvl5pPr marL="2057400" indent="-228600" algn="l" defTabSz="914363" rtl="0" eaLnBrk="0" latinLnBrk="0" hangingPunct="0">
              <a:defRPr sz="1800" kern="1200">
                <a:solidFill>
                  <a:schemeClr val="tx1"/>
                </a:solidFill>
                <a:latin typeface="Arial" charset="0"/>
                <a:ea typeface="+mn-ea"/>
                <a:cs typeface="+mn-cs"/>
              </a:defRPr>
            </a:lvl5pPr>
            <a:lvl6pPr marL="25146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6pPr>
            <a:lvl7pPr marL="29718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7pPr>
            <a:lvl8pPr marL="34290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8pPr>
            <a:lvl9pPr marL="38862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9pPr>
          </a:lstStyle>
          <a:p>
            <a:pPr algn="ctr" eaLnBrk="1" fontAlgn="base" hangingPunct="1">
              <a:spcBef>
                <a:spcPct val="0"/>
              </a:spcBef>
              <a:spcAft>
                <a:spcPct val="0"/>
              </a:spcAft>
            </a:pPr>
            <a:r>
              <a:rPr lang="fr-CA" dirty="0">
                <a:solidFill>
                  <a:srgbClr val="FFFF00"/>
                </a:solidFill>
                <a:cs typeface="Arial" charset="0"/>
              </a:rPr>
              <a:t>http</a:t>
            </a:r>
            <a:r>
              <a:rPr lang="fr-CA" dirty="0" smtClean="0">
                <a:solidFill>
                  <a:srgbClr val="FFFF00"/>
                </a:solidFill>
                <a:cs typeface="Arial" charset="0"/>
              </a:rPr>
              <a:t>://edevtech.com</a:t>
            </a:r>
            <a:endParaRPr lang="en-US" dirty="0" smtClean="0">
              <a:solidFill>
                <a:srgbClr val="FFFF00"/>
              </a:solidFill>
              <a:cs typeface="Arial" charset="0"/>
            </a:endParaRPr>
          </a:p>
        </p:txBody>
      </p:sp>
    </p:spTree>
    <p:extLst>
      <p:ext uri="{BB962C8B-B14F-4D97-AF65-F5344CB8AC3E}">
        <p14:creationId xmlns:p14="http://schemas.microsoft.com/office/powerpoint/2010/main" val="2663931399"/>
      </p:ext>
    </p:extLst>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Allows you to Integrate </a:t>
            </a:r>
            <a:r>
              <a:rPr lang="en-US" dirty="0"/>
              <a:t>Your Knowledge</a:t>
            </a:r>
          </a:p>
        </p:txBody>
      </p:sp>
      <p:sp>
        <p:nvSpPr>
          <p:cNvPr id="3" name="Text Placeholder 2"/>
          <p:cNvSpPr>
            <a:spLocks noGrp="1"/>
          </p:cNvSpPr>
          <p:nvPr>
            <p:ph type="body" sz="quarter" idx="10"/>
          </p:nvPr>
        </p:nvSpPr>
        <p:spPr>
          <a:xfrm>
            <a:off x="519112" y="1447799"/>
            <a:ext cx="11149013" cy="984885"/>
          </a:xfrm>
        </p:spPr>
        <p:txBody>
          <a:bodyPr/>
          <a:lstStyle/>
          <a:p>
            <a:pPr marL="0" indent="0" algn="ctr">
              <a:buNone/>
            </a:pPr>
            <a:r>
              <a:rPr lang="en-US" b="1" dirty="0"/>
              <a:t>Knowledge</a:t>
            </a:r>
            <a:r>
              <a:rPr lang="en-US" dirty="0"/>
              <a:t> is the True Origin of Requirements</a:t>
            </a:r>
          </a:p>
          <a:p>
            <a:endParaRPr lang="en-US"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60202" y="2011701"/>
            <a:ext cx="9868421" cy="4456005"/>
          </a:xfrm>
          <a:prstGeom prst="rect">
            <a:avLst/>
          </a:prstGeom>
          <a:ln>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5" name="Espace réservé du pied de page 4"/>
          <p:cNvSpPr txBox="1">
            <a:spLocks/>
          </p:cNvSpPr>
          <p:nvPr/>
        </p:nvSpPr>
        <p:spPr bwMode="auto">
          <a:xfrm>
            <a:off x="122663" y="6491751"/>
            <a:ext cx="11896249"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363" rtl="0" eaLnBrk="0" latinLnBrk="0" hangingPunct="0">
              <a:defRPr sz="1800" kern="1200">
                <a:solidFill>
                  <a:schemeClr val="tx1"/>
                </a:solidFill>
                <a:latin typeface="Arial" charset="0"/>
                <a:ea typeface="+mn-ea"/>
                <a:cs typeface="+mn-cs"/>
              </a:defRPr>
            </a:lvl1pPr>
            <a:lvl2pPr marL="742950" indent="-285750" algn="l" defTabSz="914363" rtl="0" eaLnBrk="0" latinLnBrk="0" hangingPunct="0">
              <a:defRPr sz="1800" kern="1200">
                <a:solidFill>
                  <a:schemeClr val="tx1"/>
                </a:solidFill>
                <a:latin typeface="Arial" charset="0"/>
                <a:ea typeface="+mn-ea"/>
                <a:cs typeface="+mn-cs"/>
              </a:defRPr>
            </a:lvl2pPr>
            <a:lvl3pPr marL="1143000" indent="-228600" algn="l" defTabSz="914363" rtl="0" eaLnBrk="0" latinLnBrk="0" hangingPunct="0">
              <a:defRPr sz="1800" kern="1200">
                <a:solidFill>
                  <a:schemeClr val="tx1"/>
                </a:solidFill>
                <a:latin typeface="Arial" charset="0"/>
                <a:ea typeface="+mn-ea"/>
                <a:cs typeface="+mn-cs"/>
              </a:defRPr>
            </a:lvl3pPr>
            <a:lvl4pPr marL="1600200" indent="-228600" algn="l" defTabSz="914363" rtl="0" eaLnBrk="0" latinLnBrk="0" hangingPunct="0">
              <a:defRPr sz="1800" kern="1200">
                <a:solidFill>
                  <a:schemeClr val="tx1"/>
                </a:solidFill>
                <a:latin typeface="Arial" charset="0"/>
                <a:ea typeface="+mn-ea"/>
                <a:cs typeface="+mn-cs"/>
              </a:defRPr>
            </a:lvl4pPr>
            <a:lvl5pPr marL="2057400" indent="-228600" algn="l" defTabSz="914363" rtl="0" eaLnBrk="0" latinLnBrk="0" hangingPunct="0">
              <a:defRPr sz="1800" kern="1200">
                <a:solidFill>
                  <a:schemeClr val="tx1"/>
                </a:solidFill>
                <a:latin typeface="Arial" charset="0"/>
                <a:ea typeface="+mn-ea"/>
                <a:cs typeface="+mn-cs"/>
              </a:defRPr>
            </a:lvl5pPr>
            <a:lvl6pPr marL="25146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6pPr>
            <a:lvl7pPr marL="29718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7pPr>
            <a:lvl8pPr marL="34290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8pPr>
            <a:lvl9pPr marL="38862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9pPr>
          </a:lstStyle>
          <a:p>
            <a:pPr algn="ctr" eaLnBrk="1" fontAlgn="base" hangingPunct="1">
              <a:spcBef>
                <a:spcPct val="0"/>
              </a:spcBef>
              <a:spcAft>
                <a:spcPct val="0"/>
              </a:spcAft>
            </a:pPr>
            <a:r>
              <a:rPr lang="fr-CA" dirty="0">
                <a:solidFill>
                  <a:srgbClr val="FFFF00"/>
                </a:solidFill>
                <a:cs typeface="Arial" charset="0"/>
              </a:rPr>
              <a:t>http</a:t>
            </a:r>
            <a:r>
              <a:rPr lang="fr-CA" dirty="0" smtClean="0">
                <a:solidFill>
                  <a:srgbClr val="FFFF00"/>
                </a:solidFill>
                <a:cs typeface="Arial" charset="0"/>
              </a:rPr>
              <a:t>://edevtech.com</a:t>
            </a:r>
            <a:endParaRPr lang="en-US" dirty="0" smtClean="0">
              <a:solidFill>
                <a:srgbClr val="FFFF00"/>
              </a:solidFill>
              <a:cs typeface="Arial" charset="0"/>
            </a:endParaRPr>
          </a:p>
        </p:txBody>
      </p:sp>
    </p:spTree>
    <p:extLst>
      <p:ext uri="{BB962C8B-B14F-4D97-AF65-F5344CB8AC3E}">
        <p14:creationId xmlns:p14="http://schemas.microsoft.com/office/powerpoint/2010/main" val="2136977298"/>
      </p:ext>
    </p:extLst>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Allows you to Repurpose </a:t>
            </a:r>
            <a:r>
              <a:rPr lang="en-US" dirty="0"/>
              <a:t>Knowledge</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9333" y="999785"/>
            <a:ext cx="10110159" cy="5616755"/>
          </a:xfrm>
          <a:prstGeom prst="rect">
            <a:avLst/>
          </a:prstGeom>
          <a:ln>
            <a:solidFill>
              <a:schemeClr val="bg1"/>
            </a:solidFill>
          </a:ln>
          <a:effectLst>
            <a:outerShdw blurRad="50800" dist="38100" dir="2700000" algn="tl" rotWithShape="0">
              <a:prstClr val="black">
                <a:alpha val="40000"/>
              </a:prstClr>
            </a:outerShdw>
          </a:effectLst>
        </p:spPr>
      </p:pic>
      <p:sp>
        <p:nvSpPr>
          <p:cNvPr id="5" name="Espace réservé du pied de page 4"/>
          <p:cNvSpPr txBox="1">
            <a:spLocks/>
          </p:cNvSpPr>
          <p:nvPr/>
        </p:nvSpPr>
        <p:spPr bwMode="auto">
          <a:xfrm>
            <a:off x="122663" y="6536355"/>
            <a:ext cx="11896249"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363" rtl="0" eaLnBrk="0" latinLnBrk="0" hangingPunct="0">
              <a:defRPr sz="1800" kern="1200">
                <a:solidFill>
                  <a:schemeClr val="tx1"/>
                </a:solidFill>
                <a:latin typeface="Arial" charset="0"/>
                <a:ea typeface="+mn-ea"/>
                <a:cs typeface="+mn-cs"/>
              </a:defRPr>
            </a:lvl1pPr>
            <a:lvl2pPr marL="742950" indent="-285750" algn="l" defTabSz="914363" rtl="0" eaLnBrk="0" latinLnBrk="0" hangingPunct="0">
              <a:defRPr sz="1800" kern="1200">
                <a:solidFill>
                  <a:schemeClr val="tx1"/>
                </a:solidFill>
                <a:latin typeface="Arial" charset="0"/>
                <a:ea typeface="+mn-ea"/>
                <a:cs typeface="+mn-cs"/>
              </a:defRPr>
            </a:lvl2pPr>
            <a:lvl3pPr marL="1143000" indent="-228600" algn="l" defTabSz="914363" rtl="0" eaLnBrk="0" latinLnBrk="0" hangingPunct="0">
              <a:defRPr sz="1800" kern="1200">
                <a:solidFill>
                  <a:schemeClr val="tx1"/>
                </a:solidFill>
                <a:latin typeface="Arial" charset="0"/>
                <a:ea typeface="+mn-ea"/>
                <a:cs typeface="+mn-cs"/>
              </a:defRPr>
            </a:lvl3pPr>
            <a:lvl4pPr marL="1600200" indent="-228600" algn="l" defTabSz="914363" rtl="0" eaLnBrk="0" latinLnBrk="0" hangingPunct="0">
              <a:defRPr sz="1800" kern="1200">
                <a:solidFill>
                  <a:schemeClr val="tx1"/>
                </a:solidFill>
                <a:latin typeface="Arial" charset="0"/>
                <a:ea typeface="+mn-ea"/>
                <a:cs typeface="+mn-cs"/>
              </a:defRPr>
            </a:lvl4pPr>
            <a:lvl5pPr marL="2057400" indent="-228600" algn="l" defTabSz="914363" rtl="0" eaLnBrk="0" latinLnBrk="0" hangingPunct="0">
              <a:defRPr sz="1800" kern="1200">
                <a:solidFill>
                  <a:schemeClr val="tx1"/>
                </a:solidFill>
                <a:latin typeface="Arial" charset="0"/>
                <a:ea typeface="+mn-ea"/>
                <a:cs typeface="+mn-cs"/>
              </a:defRPr>
            </a:lvl5pPr>
            <a:lvl6pPr marL="25146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6pPr>
            <a:lvl7pPr marL="29718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7pPr>
            <a:lvl8pPr marL="34290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8pPr>
            <a:lvl9pPr marL="38862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9pPr>
          </a:lstStyle>
          <a:p>
            <a:pPr algn="ctr" eaLnBrk="1" fontAlgn="base" hangingPunct="1">
              <a:spcBef>
                <a:spcPct val="0"/>
              </a:spcBef>
              <a:spcAft>
                <a:spcPct val="0"/>
              </a:spcAft>
            </a:pPr>
            <a:r>
              <a:rPr lang="fr-CA" dirty="0">
                <a:solidFill>
                  <a:srgbClr val="FFFF00"/>
                </a:solidFill>
                <a:cs typeface="Arial" charset="0"/>
              </a:rPr>
              <a:t>http</a:t>
            </a:r>
            <a:r>
              <a:rPr lang="fr-CA" dirty="0" smtClean="0">
                <a:solidFill>
                  <a:srgbClr val="FFFF00"/>
                </a:solidFill>
                <a:cs typeface="Arial" charset="0"/>
              </a:rPr>
              <a:t>://edevtech.com</a:t>
            </a:r>
            <a:endParaRPr lang="en-US" dirty="0" smtClean="0">
              <a:solidFill>
                <a:srgbClr val="FFFF00"/>
              </a:solidFill>
              <a:cs typeface="Arial" charset="0"/>
            </a:endParaRPr>
          </a:p>
        </p:txBody>
      </p:sp>
    </p:spTree>
    <p:extLst>
      <p:ext uri="{BB962C8B-B14F-4D97-AF65-F5344CB8AC3E}">
        <p14:creationId xmlns:p14="http://schemas.microsoft.com/office/powerpoint/2010/main" val="336036279"/>
      </p:ext>
    </p:extLst>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inteGREAT Platform</a:t>
            </a:r>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31480" y="898136"/>
            <a:ext cx="9125865" cy="5859502"/>
          </a:xfrm>
          <a:prstGeom prst="rect">
            <a:avLst/>
          </a:prstGeom>
        </p:spPr>
      </p:pic>
      <p:sp>
        <p:nvSpPr>
          <p:cNvPr id="5" name="Espace réservé du pied de page 4"/>
          <p:cNvSpPr txBox="1">
            <a:spLocks/>
          </p:cNvSpPr>
          <p:nvPr/>
        </p:nvSpPr>
        <p:spPr bwMode="auto">
          <a:xfrm>
            <a:off x="10024941" y="6233531"/>
            <a:ext cx="1826871" cy="57874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363" rtl="0" eaLnBrk="0" latinLnBrk="0" hangingPunct="0">
              <a:defRPr sz="1800" kern="1200">
                <a:solidFill>
                  <a:schemeClr val="tx1"/>
                </a:solidFill>
                <a:latin typeface="Arial" charset="0"/>
                <a:ea typeface="+mn-ea"/>
                <a:cs typeface="+mn-cs"/>
              </a:defRPr>
            </a:lvl1pPr>
            <a:lvl2pPr marL="742950" indent="-285750" algn="l" defTabSz="914363" rtl="0" eaLnBrk="0" latinLnBrk="0" hangingPunct="0">
              <a:defRPr sz="1800" kern="1200">
                <a:solidFill>
                  <a:schemeClr val="tx1"/>
                </a:solidFill>
                <a:latin typeface="Arial" charset="0"/>
                <a:ea typeface="+mn-ea"/>
                <a:cs typeface="+mn-cs"/>
              </a:defRPr>
            </a:lvl2pPr>
            <a:lvl3pPr marL="1143000" indent="-228600" algn="l" defTabSz="914363" rtl="0" eaLnBrk="0" latinLnBrk="0" hangingPunct="0">
              <a:defRPr sz="1800" kern="1200">
                <a:solidFill>
                  <a:schemeClr val="tx1"/>
                </a:solidFill>
                <a:latin typeface="Arial" charset="0"/>
                <a:ea typeface="+mn-ea"/>
                <a:cs typeface="+mn-cs"/>
              </a:defRPr>
            </a:lvl3pPr>
            <a:lvl4pPr marL="1600200" indent="-228600" algn="l" defTabSz="914363" rtl="0" eaLnBrk="0" latinLnBrk="0" hangingPunct="0">
              <a:defRPr sz="1800" kern="1200">
                <a:solidFill>
                  <a:schemeClr val="tx1"/>
                </a:solidFill>
                <a:latin typeface="Arial" charset="0"/>
                <a:ea typeface="+mn-ea"/>
                <a:cs typeface="+mn-cs"/>
              </a:defRPr>
            </a:lvl4pPr>
            <a:lvl5pPr marL="2057400" indent="-228600" algn="l" defTabSz="914363" rtl="0" eaLnBrk="0" latinLnBrk="0" hangingPunct="0">
              <a:defRPr sz="1800" kern="1200">
                <a:solidFill>
                  <a:schemeClr val="tx1"/>
                </a:solidFill>
                <a:latin typeface="Arial" charset="0"/>
                <a:ea typeface="+mn-ea"/>
                <a:cs typeface="+mn-cs"/>
              </a:defRPr>
            </a:lvl5pPr>
            <a:lvl6pPr marL="25146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6pPr>
            <a:lvl7pPr marL="29718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7pPr>
            <a:lvl8pPr marL="34290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8pPr>
            <a:lvl9pPr marL="38862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9pPr>
          </a:lstStyle>
          <a:p>
            <a:pPr algn="r" eaLnBrk="1" fontAlgn="base" hangingPunct="1">
              <a:spcBef>
                <a:spcPct val="0"/>
              </a:spcBef>
              <a:spcAft>
                <a:spcPct val="0"/>
              </a:spcAft>
            </a:pPr>
            <a:r>
              <a:rPr lang="fr-CA" sz="2800" b="1" dirty="0" smtClean="0">
                <a:solidFill>
                  <a:srgbClr val="FFFF00"/>
                </a:solidFill>
                <a:cs typeface="Arial" charset="0"/>
              </a:rPr>
              <a:t>DEMO …</a:t>
            </a:r>
            <a:endParaRPr lang="en-US" sz="2800" b="1" dirty="0" smtClean="0">
              <a:solidFill>
                <a:srgbClr val="FFFF00"/>
              </a:solidFill>
              <a:cs typeface="Arial" charset="0"/>
            </a:endParaRPr>
          </a:p>
        </p:txBody>
      </p:sp>
      <p:sp>
        <p:nvSpPr>
          <p:cNvPr id="6" name="Espace réservé du pied de page 4"/>
          <p:cNvSpPr txBox="1">
            <a:spLocks/>
          </p:cNvSpPr>
          <p:nvPr/>
        </p:nvSpPr>
        <p:spPr bwMode="auto">
          <a:xfrm>
            <a:off x="122663" y="6558657"/>
            <a:ext cx="11896249"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363" rtl="0" eaLnBrk="0" latinLnBrk="0" hangingPunct="0">
              <a:defRPr sz="1800" kern="1200">
                <a:solidFill>
                  <a:schemeClr val="tx1"/>
                </a:solidFill>
                <a:latin typeface="Arial" charset="0"/>
                <a:ea typeface="+mn-ea"/>
                <a:cs typeface="+mn-cs"/>
              </a:defRPr>
            </a:lvl1pPr>
            <a:lvl2pPr marL="742950" indent="-285750" algn="l" defTabSz="914363" rtl="0" eaLnBrk="0" latinLnBrk="0" hangingPunct="0">
              <a:defRPr sz="1800" kern="1200">
                <a:solidFill>
                  <a:schemeClr val="tx1"/>
                </a:solidFill>
                <a:latin typeface="Arial" charset="0"/>
                <a:ea typeface="+mn-ea"/>
                <a:cs typeface="+mn-cs"/>
              </a:defRPr>
            </a:lvl2pPr>
            <a:lvl3pPr marL="1143000" indent="-228600" algn="l" defTabSz="914363" rtl="0" eaLnBrk="0" latinLnBrk="0" hangingPunct="0">
              <a:defRPr sz="1800" kern="1200">
                <a:solidFill>
                  <a:schemeClr val="tx1"/>
                </a:solidFill>
                <a:latin typeface="Arial" charset="0"/>
                <a:ea typeface="+mn-ea"/>
                <a:cs typeface="+mn-cs"/>
              </a:defRPr>
            </a:lvl3pPr>
            <a:lvl4pPr marL="1600200" indent="-228600" algn="l" defTabSz="914363" rtl="0" eaLnBrk="0" latinLnBrk="0" hangingPunct="0">
              <a:defRPr sz="1800" kern="1200">
                <a:solidFill>
                  <a:schemeClr val="tx1"/>
                </a:solidFill>
                <a:latin typeface="Arial" charset="0"/>
                <a:ea typeface="+mn-ea"/>
                <a:cs typeface="+mn-cs"/>
              </a:defRPr>
            </a:lvl4pPr>
            <a:lvl5pPr marL="2057400" indent="-228600" algn="l" defTabSz="914363" rtl="0" eaLnBrk="0" latinLnBrk="0" hangingPunct="0">
              <a:defRPr sz="1800" kern="1200">
                <a:solidFill>
                  <a:schemeClr val="tx1"/>
                </a:solidFill>
                <a:latin typeface="Arial" charset="0"/>
                <a:ea typeface="+mn-ea"/>
                <a:cs typeface="+mn-cs"/>
              </a:defRPr>
            </a:lvl5pPr>
            <a:lvl6pPr marL="25146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6pPr>
            <a:lvl7pPr marL="29718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7pPr>
            <a:lvl8pPr marL="34290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8pPr>
            <a:lvl9pPr marL="38862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9pPr>
          </a:lstStyle>
          <a:p>
            <a:pPr algn="ctr" eaLnBrk="1" fontAlgn="base" hangingPunct="1">
              <a:spcBef>
                <a:spcPct val="0"/>
              </a:spcBef>
              <a:spcAft>
                <a:spcPct val="0"/>
              </a:spcAft>
            </a:pPr>
            <a:r>
              <a:rPr lang="fr-CA" dirty="0">
                <a:solidFill>
                  <a:srgbClr val="FFFF00"/>
                </a:solidFill>
                <a:cs typeface="Arial" charset="0"/>
              </a:rPr>
              <a:t>http</a:t>
            </a:r>
            <a:r>
              <a:rPr lang="fr-CA" dirty="0" smtClean="0">
                <a:solidFill>
                  <a:srgbClr val="FFFF00"/>
                </a:solidFill>
                <a:cs typeface="Arial" charset="0"/>
              </a:rPr>
              <a:t>://edevtech.com</a:t>
            </a:r>
            <a:endParaRPr lang="en-US" dirty="0" smtClean="0">
              <a:solidFill>
                <a:srgbClr val="FFFF00"/>
              </a:solidFill>
              <a:cs typeface="Arial" charset="0"/>
            </a:endParaRPr>
          </a:p>
        </p:txBody>
      </p:sp>
    </p:spTree>
    <p:extLst>
      <p:ext uri="{BB962C8B-B14F-4D97-AF65-F5344CB8AC3E}">
        <p14:creationId xmlns:p14="http://schemas.microsoft.com/office/powerpoint/2010/main" val="1250942091"/>
      </p:ext>
    </p:extLst>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Myth #3</a:t>
            </a:r>
            <a:endParaRPr lang="en-US" dirty="0"/>
          </a:p>
        </p:txBody>
      </p:sp>
      <p:sp>
        <p:nvSpPr>
          <p:cNvPr id="3" name="Subtitle 2"/>
          <p:cNvSpPr>
            <a:spLocks noGrp="1"/>
          </p:cNvSpPr>
          <p:nvPr>
            <p:ph type="subTitle" idx="1"/>
          </p:nvPr>
        </p:nvSpPr>
        <p:spPr/>
        <p:txBody>
          <a:bodyPr/>
          <a:lstStyle/>
          <a:p>
            <a:r>
              <a:rPr lang="en-US" dirty="0"/>
              <a:t>“TFS is only for developers and testers”</a:t>
            </a:r>
          </a:p>
          <a:p>
            <a:endParaRPr lang="en-US" dirty="0"/>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2813" y="5486400"/>
            <a:ext cx="2743200" cy="685800"/>
          </a:xfrm>
          <a:prstGeom prst="rect">
            <a:avLst/>
          </a:prstGeom>
          <a:ln>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3080339276"/>
      </p:ext>
    </p:extLst>
  </p:cSld>
  <p:clrMapOvr>
    <a:masterClrMapping/>
  </p:clrMapOvr>
  <p:transition>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TeamCompanion?</a:t>
            </a:r>
          </a:p>
        </p:txBody>
      </p:sp>
      <p:grpSp>
        <p:nvGrpSpPr>
          <p:cNvPr id="16" name="Group 15"/>
          <p:cNvGrpSpPr/>
          <p:nvPr/>
        </p:nvGrpSpPr>
        <p:grpSpPr>
          <a:xfrm>
            <a:off x="1533564" y="2419767"/>
            <a:ext cx="3478530" cy="2151432"/>
            <a:chOff x="1690006" y="2419767"/>
            <a:chExt cx="3478530" cy="2151432"/>
          </a:xfrm>
          <a:solidFill>
            <a:schemeClr val="tx2">
              <a:lumMod val="60000"/>
              <a:lumOff val="40000"/>
            </a:schemeClr>
          </a:solidFill>
        </p:grpSpPr>
        <p:sp>
          <p:nvSpPr>
            <p:cNvPr id="4" name="Left Arrow 3"/>
            <p:cNvSpPr/>
            <p:nvPr/>
          </p:nvSpPr>
          <p:spPr>
            <a:xfrm rot="12909299">
              <a:off x="2935040" y="3798710"/>
              <a:ext cx="2233496" cy="771609"/>
            </a:xfrm>
            <a:prstGeom prst="leftArrow">
              <a:avLst>
                <a:gd name="adj1" fmla="val 60000"/>
                <a:gd name="adj2" fmla="val 50000"/>
              </a:avLst>
            </a:prstGeom>
            <a:grpFill/>
            <a:ln>
              <a:solidFill>
                <a:schemeClr val="bg1"/>
              </a:solidFill>
            </a:ln>
          </p:spPr>
          <p:style>
            <a:lnRef idx="0">
              <a:schemeClr val="lt1">
                <a:hueOff val="0"/>
                <a:satOff val="0"/>
                <a:lumOff val="0"/>
                <a:alphaOff val="0"/>
              </a:schemeClr>
            </a:lnRef>
            <a:fillRef idx="3">
              <a:scrgbClr r="0" g="0" b="0"/>
            </a:fillRef>
            <a:effectRef idx="3">
              <a:schemeClr val="accent4">
                <a:hueOff val="14127860"/>
                <a:satOff val="-94069"/>
                <a:lumOff val="-24314"/>
                <a:alphaOff val="0"/>
              </a:schemeClr>
            </a:effectRef>
            <a:fontRef idx="minor">
              <a:schemeClr val="lt1">
                <a:hueOff val="0"/>
                <a:satOff val="0"/>
                <a:lumOff val="0"/>
                <a:alphaOff val="0"/>
              </a:schemeClr>
            </a:fontRef>
          </p:style>
        </p:sp>
        <p:grpSp>
          <p:nvGrpSpPr>
            <p:cNvPr id="5" name="Group 4"/>
            <p:cNvGrpSpPr/>
            <p:nvPr/>
          </p:nvGrpSpPr>
          <p:grpSpPr>
            <a:xfrm>
              <a:off x="1690006" y="2419767"/>
              <a:ext cx="2666964" cy="2151432"/>
              <a:chOff x="1305878" y="0"/>
              <a:chExt cx="2666964" cy="2151432"/>
            </a:xfrm>
            <a:grpFill/>
          </p:grpSpPr>
          <p:sp>
            <p:nvSpPr>
              <p:cNvPr id="6" name="Rounded Rectangle 5"/>
              <p:cNvSpPr/>
              <p:nvPr/>
            </p:nvSpPr>
            <p:spPr>
              <a:xfrm>
                <a:off x="1305878" y="0"/>
                <a:ext cx="2666964" cy="2151432"/>
              </a:xfrm>
              <a:prstGeom prst="roundRect">
                <a:avLst>
                  <a:gd name="adj" fmla="val 10000"/>
                </a:avLst>
              </a:prstGeom>
              <a:grpFill/>
              <a:ln>
                <a:solidFill>
                  <a:schemeClr val="bg1"/>
                </a:solidFill>
              </a:ln>
            </p:spPr>
            <p:style>
              <a:lnRef idx="0">
                <a:schemeClr val="lt1">
                  <a:hueOff val="0"/>
                  <a:satOff val="0"/>
                  <a:lumOff val="0"/>
                  <a:alphaOff val="0"/>
                </a:schemeClr>
              </a:lnRef>
              <a:fillRef idx="3">
                <a:scrgbClr r="0" g="0" b="0"/>
              </a:fillRef>
              <a:effectRef idx="3">
                <a:schemeClr val="accent4">
                  <a:hueOff val="14127860"/>
                  <a:satOff val="-94069"/>
                  <a:lumOff val="-24314"/>
                  <a:alphaOff val="0"/>
                </a:schemeClr>
              </a:effectRef>
              <a:fontRef idx="minor">
                <a:schemeClr val="lt1"/>
              </a:fontRef>
            </p:style>
          </p:sp>
          <p:sp>
            <p:nvSpPr>
              <p:cNvPr id="7" name="Rounded Rectangle 5"/>
              <p:cNvSpPr/>
              <p:nvPr/>
            </p:nvSpPr>
            <p:spPr>
              <a:xfrm>
                <a:off x="1368891" y="63013"/>
                <a:ext cx="2540938" cy="2025406"/>
              </a:xfrm>
              <a:prstGeom prst="rect">
                <a:avLst/>
              </a:prstGeom>
              <a:grpFill/>
              <a:ln>
                <a:noFill/>
              </a:ln>
            </p:spPr>
            <p:style>
              <a:lnRef idx="0">
                <a:scrgbClr r="0" g="0" b="0"/>
              </a:lnRef>
              <a:fillRef idx="0">
                <a:scrgbClr r="0" g="0" b="0"/>
              </a:fillRef>
              <a:effectRef idx="0">
                <a:scrgbClr r="0" g="0" b="0"/>
              </a:effectRef>
              <a:fontRef idx="minor">
                <a:schemeClr val="lt1"/>
              </a:fontRef>
            </p:style>
            <p:txBody>
              <a:bodyPr spcFirstLastPara="0" vert="horz" wrap="square" lIns="51435" tIns="51435" rIns="51435" bIns="51435" numCol="1" spcCol="1270" anchor="t" anchorCtr="0">
                <a:noAutofit/>
              </a:bodyPr>
              <a:lstStyle/>
              <a:p>
                <a:pPr lvl="0" algn="l" defTabSz="1200150" rtl="0">
                  <a:lnSpc>
                    <a:spcPct val="90000"/>
                  </a:lnSpc>
                  <a:spcBef>
                    <a:spcPct val="0"/>
                  </a:spcBef>
                  <a:spcAft>
                    <a:spcPct val="35000"/>
                  </a:spcAft>
                </a:pPr>
                <a:r>
                  <a:rPr lang="hr-HR" sz="2700" kern="1200" dirty="0" smtClean="0">
                    <a:solidFill>
                      <a:schemeClr val="bg1"/>
                    </a:solidFill>
                  </a:rPr>
                  <a:t>Outlook</a:t>
                </a:r>
                <a:endParaRPr lang="hr-HR" sz="2700" kern="1200" dirty="0">
                  <a:solidFill>
                    <a:schemeClr val="bg1"/>
                  </a:solidFill>
                </a:endParaRPr>
              </a:p>
              <a:p>
                <a:pPr marL="228600" lvl="1" indent="-228600" algn="l" defTabSz="933450" rtl="0">
                  <a:lnSpc>
                    <a:spcPct val="90000"/>
                  </a:lnSpc>
                  <a:spcBef>
                    <a:spcPct val="0"/>
                  </a:spcBef>
                  <a:spcAft>
                    <a:spcPct val="15000"/>
                  </a:spcAft>
                  <a:buChar char="••"/>
                </a:pPr>
                <a:r>
                  <a:rPr lang="en-US" sz="2100" kern="1200" dirty="0" smtClean="0">
                    <a:solidFill>
                      <a:schemeClr val="bg1"/>
                    </a:solidFill>
                  </a:rPr>
                  <a:t>Emails</a:t>
                </a:r>
                <a:endParaRPr lang="hr-HR" sz="2100" kern="1200" dirty="0">
                  <a:solidFill>
                    <a:schemeClr val="bg1"/>
                  </a:solidFill>
                </a:endParaRPr>
              </a:p>
              <a:p>
                <a:pPr marL="228600" lvl="1" indent="-228600" algn="l" defTabSz="933450" rtl="0">
                  <a:lnSpc>
                    <a:spcPct val="90000"/>
                  </a:lnSpc>
                  <a:spcBef>
                    <a:spcPct val="0"/>
                  </a:spcBef>
                  <a:spcAft>
                    <a:spcPct val="15000"/>
                  </a:spcAft>
                  <a:buChar char="••"/>
                </a:pPr>
                <a:r>
                  <a:rPr lang="en-US" sz="2100" kern="1200" dirty="0" smtClean="0">
                    <a:solidFill>
                      <a:schemeClr val="bg1"/>
                    </a:solidFill>
                  </a:rPr>
                  <a:t>Appointments</a:t>
                </a:r>
                <a:endParaRPr lang="hr-HR" sz="2100" kern="1200" dirty="0">
                  <a:solidFill>
                    <a:schemeClr val="bg1"/>
                  </a:solidFill>
                </a:endParaRPr>
              </a:p>
              <a:p>
                <a:pPr marL="228600" lvl="1" indent="-228600" algn="l" defTabSz="933450" rtl="0">
                  <a:lnSpc>
                    <a:spcPct val="90000"/>
                  </a:lnSpc>
                  <a:spcBef>
                    <a:spcPct val="0"/>
                  </a:spcBef>
                  <a:spcAft>
                    <a:spcPct val="15000"/>
                  </a:spcAft>
                  <a:buChar char="••"/>
                </a:pPr>
                <a:r>
                  <a:rPr lang="en-US" sz="2100" kern="1200" dirty="0" smtClean="0">
                    <a:solidFill>
                      <a:schemeClr val="bg1"/>
                    </a:solidFill>
                  </a:rPr>
                  <a:t>Reminders</a:t>
                </a:r>
                <a:endParaRPr lang="hr-HR" sz="2100" kern="1200" dirty="0">
                  <a:solidFill>
                    <a:schemeClr val="bg1"/>
                  </a:solidFill>
                </a:endParaRPr>
              </a:p>
              <a:p>
                <a:pPr marL="228600" lvl="1" indent="-228600" algn="l" defTabSz="933450" rtl="0">
                  <a:lnSpc>
                    <a:spcPct val="90000"/>
                  </a:lnSpc>
                  <a:spcBef>
                    <a:spcPct val="0"/>
                  </a:spcBef>
                  <a:spcAft>
                    <a:spcPct val="15000"/>
                  </a:spcAft>
                  <a:buChar char="••"/>
                </a:pPr>
                <a:r>
                  <a:rPr lang="hr-HR" sz="2100" kern="1200" dirty="0" smtClean="0">
                    <a:solidFill>
                      <a:schemeClr val="bg1"/>
                    </a:solidFill>
                  </a:rPr>
                  <a:t>Tasks</a:t>
                </a:r>
                <a:endParaRPr lang="hr-HR" sz="2100" kern="1200" dirty="0">
                  <a:solidFill>
                    <a:schemeClr val="bg1"/>
                  </a:solidFill>
                </a:endParaRPr>
              </a:p>
            </p:txBody>
          </p:sp>
        </p:grpSp>
      </p:grpSp>
      <p:grpSp>
        <p:nvGrpSpPr>
          <p:cNvPr id="15" name="Group 14"/>
          <p:cNvGrpSpPr/>
          <p:nvPr/>
        </p:nvGrpSpPr>
        <p:grpSpPr>
          <a:xfrm>
            <a:off x="7099517" y="2419766"/>
            <a:ext cx="3555744" cy="2295033"/>
            <a:chOff x="6189945" y="2344497"/>
            <a:chExt cx="3555744" cy="2295033"/>
          </a:xfrm>
          <a:solidFill>
            <a:schemeClr val="tx2">
              <a:lumMod val="60000"/>
              <a:lumOff val="40000"/>
            </a:schemeClr>
          </a:solidFill>
        </p:grpSpPr>
        <p:sp>
          <p:nvSpPr>
            <p:cNvPr id="8" name="Left Arrow 7"/>
            <p:cNvSpPr/>
            <p:nvPr/>
          </p:nvSpPr>
          <p:spPr>
            <a:xfrm rot="19628003">
              <a:off x="6189945" y="3801310"/>
              <a:ext cx="2490937" cy="771609"/>
            </a:xfrm>
            <a:prstGeom prst="leftArrow">
              <a:avLst>
                <a:gd name="adj1" fmla="val 60000"/>
                <a:gd name="adj2" fmla="val 50000"/>
              </a:avLst>
            </a:prstGeom>
            <a:grpFill/>
            <a:ln>
              <a:solidFill>
                <a:schemeClr val="bg1"/>
              </a:solidFill>
            </a:ln>
          </p:spPr>
          <p:style>
            <a:lnRef idx="0">
              <a:schemeClr val="lt1">
                <a:hueOff val="0"/>
                <a:satOff val="0"/>
                <a:lumOff val="0"/>
                <a:alphaOff val="0"/>
              </a:schemeClr>
            </a:lnRef>
            <a:fillRef idx="3">
              <a:schemeClr val="accent4">
                <a:hueOff val="0"/>
                <a:satOff val="0"/>
                <a:lumOff val="0"/>
                <a:alphaOff val="0"/>
              </a:schemeClr>
            </a:fillRef>
            <a:effectRef idx="3">
              <a:schemeClr val="accent4">
                <a:hueOff val="0"/>
                <a:satOff val="0"/>
                <a:lumOff val="0"/>
                <a:alphaOff val="0"/>
              </a:schemeClr>
            </a:effectRef>
            <a:fontRef idx="minor">
              <a:schemeClr val="lt1">
                <a:hueOff val="0"/>
                <a:satOff val="0"/>
                <a:lumOff val="0"/>
                <a:alphaOff val="0"/>
              </a:schemeClr>
            </a:fontRef>
          </p:style>
        </p:sp>
        <p:grpSp>
          <p:nvGrpSpPr>
            <p:cNvPr id="9" name="Group 8"/>
            <p:cNvGrpSpPr/>
            <p:nvPr/>
          </p:nvGrpSpPr>
          <p:grpSpPr>
            <a:xfrm>
              <a:off x="7015015" y="2344497"/>
              <a:ext cx="2730674" cy="2295033"/>
              <a:chOff x="7389466" y="-21771"/>
              <a:chExt cx="2730674" cy="2295033"/>
            </a:xfrm>
            <a:grpFill/>
          </p:grpSpPr>
          <p:sp>
            <p:nvSpPr>
              <p:cNvPr id="10" name="Rounded Rectangle 9"/>
              <p:cNvSpPr/>
              <p:nvPr/>
            </p:nvSpPr>
            <p:spPr>
              <a:xfrm>
                <a:off x="7389466" y="-21771"/>
                <a:ext cx="2730674" cy="2295033"/>
              </a:xfrm>
              <a:prstGeom prst="roundRect">
                <a:avLst>
                  <a:gd name="adj" fmla="val 10000"/>
                </a:avLst>
              </a:prstGeom>
              <a:grpFill/>
              <a:ln>
                <a:solidFill>
                  <a:schemeClr val="bg1"/>
                </a:solidFill>
              </a:ln>
            </p:spPr>
            <p:style>
              <a:lnRef idx="0">
                <a:schemeClr val="lt1">
                  <a:hueOff val="0"/>
                  <a:satOff val="0"/>
                  <a:lumOff val="0"/>
                  <a:alphaOff val="0"/>
                </a:schemeClr>
              </a:lnRef>
              <a:fillRef idx="3">
                <a:schemeClr val="accent4">
                  <a:hueOff val="0"/>
                  <a:satOff val="0"/>
                  <a:lumOff val="0"/>
                  <a:alphaOff val="0"/>
                </a:schemeClr>
              </a:fillRef>
              <a:effectRef idx="3">
                <a:schemeClr val="accent4">
                  <a:hueOff val="0"/>
                  <a:satOff val="0"/>
                  <a:lumOff val="0"/>
                  <a:alphaOff val="0"/>
                </a:schemeClr>
              </a:effectRef>
              <a:fontRef idx="minor">
                <a:schemeClr val="lt1"/>
              </a:fontRef>
            </p:style>
          </p:sp>
          <p:sp>
            <p:nvSpPr>
              <p:cNvPr id="11" name="Rounded Rectangle 5"/>
              <p:cNvSpPr/>
              <p:nvPr/>
            </p:nvSpPr>
            <p:spPr>
              <a:xfrm>
                <a:off x="7456685" y="45448"/>
                <a:ext cx="2596236" cy="2160595"/>
              </a:xfrm>
              <a:prstGeom prst="rect">
                <a:avLst/>
              </a:prstGeom>
              <a:grpFill/>
              <a:ln>
                <a:noFill/>
              </a:ln>
            </p:spPr>
            <p:style>
              <a:lnRef idx="0">
                <a:scrgbClr r="0" g="0" b="0"/>
              </a:lnRef>
              <a:fillRef idx="0">
                <a:scrgbClr r="0" g="0" b="0"/>
              </a:fillRef>
              <a:effectRef idx="0">
                <a:scrgbClr r="0" g="0" b="0"/>
              </a:effectRef>
              <a:fontRef idx="minor">
                <a:schemeClr val="lt1"/>
              </a:fontRef>
            </p:style>
            <p:txBody>
              <a:bodyPr spcFirstLastPara="0" vert="horz" wrap="square" lIns="51435" tIns="51435" rIns="51435" bIns="51435" numCol="1" spcCol="1270" anchor="t" anchorCtr="0">
                <a:noAutofit/>
              </a:bodyPr>
              <a:lstStyle/>
              <a:p>
                <a:pPr lvl="0" algn="l" defTabSz="1200150" rtl="0">
                  <a:lnSpc>
                    <a:spcPct val="90000"/>
                  </a:lnSpc>
                  <a:spcBef>
                    <a:spcPct val="0"/>
                  </a:spcBef>
                  <a:spcAft>
                    <a:spcPct val="35000"/>
                  </a:spcAft>
                </a:pPr>
                <a:r>
                  <a:rPr lang="hr-HR" sz="2700" kern="1200" dirty="0" smtClean="0">
                    <a:solidFill>
                      <a:schemeClr val="bg1"/>
                    </a:solidFill>
                  </a:rPr>
                  <a:t>TFS</a:t>
                </a:r>
                <a:endParaRPr lang="hr-HR" sz="2700" kern="1200" dirty="0">
                  <a:solidFill>
                    <a:schemeClr val="bg1"/>
                  </a:solidFill>
                </a:endParaRPr>
              </a:p>
              <a:p>
                <a:pPr marL="228600" lvl="1" indent="-228600" algn="l" defTabSz="933450" rtl="0">
                  <a:lnSpc>
                    <a:spcPct val="90000"/>
                  </a:lnSpc>
                  <a:spcBef>
                    <a:spcPct val="0"/>
                  </a:spcBef>
                  <a:spcAft>
                    <a:spcPct val="15000"/>
                  </a:spcAft>
                  <a:buChar char="••"/>
                </a:pPr>
                <a:r>
                  <a:rPr lang="hr-HR" sz="2100" kern="1200" dirty="0" smtClean="0">
                    <a:solidFill>
                      <a:schemeClr val="bg1"/>
                    </a:solidFill>
                  </a:rPr>
                  <a:t>W</a:t>
                </a:r>
                <a:r>
                  <a:rPr lang="en-US" sz="2100" kern="1200" dirty="0" err="1" smtClean="0">
                    <a:solidFill>
                      <a:schemeClr val="bg1"/>
                    </a:solidFill>
                  </a:rPr>
                  <a:t>ork</a:t>
                </a:r>
                <a:r>
                  <a:rPr lang="en-US" sz="2100" kern="1200" dirty="0" smtClean="0">
                    <a:solidFill>
                      <a:schemeClr val="bg1"/>
                    </a:solidFill>
                  </a:rPr>
                  <a:t> Items</a:t>
                </a:r>
                <a:endParaRPr lang="hr-HR" sz="2100" kern="1200" dirty="0">
                  <a:solidFill>
                    <a:schemeClr val="bg1"/>
                  </a:solidFill>
                </a:endParaRPr>
              </a:p>
              <a:p>
                <a:pPr marL="228600" lvl="1" indent="-228600" algn="l" defTabSz="933450" rtl="0">
                  <a:lnSpc>
                    <a:spcPct val="90000"/>
                  </a:lnSpc>
                  <a:spcBef>
                    <a:spcPct val="0"/>
                  </a:spcBef>
                  <a:spcAft>
                    <a:spcPct val="15000"/>
                  </a:spcAft>
                  <a:buChar char="••"/>
                </a:pPr>
                <a:r>
                  <a:rPr lang="hr-HR" sz="2100" kern="1200" dirty="0" smtClean="0">
                    <a:solidFill>
                      <a:schemeClr val="bg1"/>
                    </a:solidFill>
                  </a:rPr>
                  <a:t>W</a:t>
                </a:r>
                <a:r>
                  <a:rPr lang="en-US" sz="2100" kern="1200" dirty="0" err="1" smtClean="0">
                    <a:solidFill>
                      <a:schemeClr val="bg1"/>
                    </a:solidFill>
                  </a:rPr>
                  <a:t>ork</a:t>
                </a:r>
                <a:r>
                  <a:rPr lang="en-US" sz="2100" kern="1200" dirty="0" smtClean="0">
                    <a:solidFill>
                      <a:schemeClr val="bg1"/>
                    </a:solidFill>
                  </a:rPr>
                  <a:t> </a:t>
                </a:r>
                <a:r>
                  <a:rPr lang="hr-HR" sz="2100" kern="1200" dirty="0" smtClean="0">
                    <a:solidFill>
                      <a:schemeClr val="bg1"/>
                    </a:solidFill>
                  </a:rPr>
                  <a:t>I</a:t>
                </a:r>
                <a:r>
                  <a:rPr lang="en-US" sz="2100" kern="1200" dirty="0" smtClean="0">
                    <a:solidFill>
                      <a:schemeClr val="bg1"/>
                    </a:solidFill>
                  </a:rPr>
                  <a:t>tem </a:t>
                </a:r>
                <a:r>
                  <a:rPr lang="hr-HR" sz="2100" kern="1200" dirty="0" smtClean="0">
                    <a:solidFill>
                      <a:schemeClr val="bg1"/>
                    </a:solidFill>
                  </a:rPr>
                  <a:t>Q</a:t>
                </a:r>
                <a:r>
                  <a:rPr lang="en-US" sz="2100" kern="1200" dirty="0" smtClean="0">
                    <a:solidFill>
                      <a:schemeClr val="bg1"/>
                    </a:solidFill>
                  </a:rPr>
                  <a:t>ueries</a:t>
                </a:r>
                <a:endParaRPr lang="hr-HR" sz="2100" kern="1200" dirty="0">
                  <a:solidFill>
                    <a:schemeClr val="bg1"/>
                  </a:solidFill>
                </a:endParaRPr>
              </a:p>
              <a:p>
                <a:pPr marL="228600" lvl="1" indent="-228600" algn="l" defTabSz="933450" rtl="0">
                  <a:lnSpc>
                    <a:spcPct val="90000"/>
                  </a:lnSpc>
                  <a:spcBef>
                    <a:spcPct val="0"/>
                  </a:spcBef>
                  <a:spcAft>
                    <a:spcPct val="15000"/>
                  </a:spcAft>
                  <a:buChar char="••"/>
                </a:pPr>
                <a:r>
                  <a:rPr lang="en-US" sz="2100" kern="1200" dirty="0" smtClean="0">
                    <a:solidFill>
                      <a:schemeClr val="bg1"/>
                    </a:solidFill>
                  </a:rPr>
                  <a:t>Reports</a:t>
                </a:r>
                <a:endParaRPr lang="hr-HR" sz="2100" kern="1200" dirty="0">
                  <a:solidFill>
                    <a:schemeClr val="bg1"/>
                  </a:solidFill>
                </a:endParaRPr>
              </a:p>
              <a:p>
                <a:pPr marL="228600" lvl="1" indent="-228600" algn="l" defTabSz="933450">
                  <a:lnSpc>
                    <a:spcPct val="90000"/>
                  </a:lnSpc>
                  <a:spcBef>
                    <a:spcPct val="0"/>
                  </a:spcBef>
                  <a:spcAft>
                    <a:spcPct val="15000"/>
                  </a:spcAft>
                  <a:buChar char="••"/>
                </a:pPr>
                <a:r>
                  <a:rPr lang="en-US" sz="2100" kern="1200" dirty="0" smtClean="0">
                    <a:solidFill>
                      <a:schemeClr val="bg1"/>
                    </a:solidFill>
                  </a:rPr>
                  <a:t>Builds</a:t>
                </a:r>
                <a:endParaRPr lang="hr-HR" sz="2100" kern="1200" dirty="0">
                  <a:solidFill>
                    <a:schemeClr val="bg1"/>
                  </a:solidFill>
                </a:endParaRPr>
              </a:p>
              <a:p>
                <a:pPr marL="228600" lvl="1" indent="-228600" algn="l" defTabSz="933450">
                  <a:lnSpc>
                    <a:spcPct val="90000"/>
                  </a:lnSpc>
                  <a:spcBef>
                    <a:spcPct val="0"/>
                  </a:spcBef>
                  <a:spcAft>
                    <a:spcPct val="15000"/>
                  </a:spcAft>
                  <a:buChar char="••"/>
                </a:pPr>
                <a:r>
                  <a:rPr lang="hr-HR" sz="2100" kern="1200" dirty="0" smtClean="0">
                    <a:solidFill>
                      <a:schemeClr val="bg1"/>
                    </a:solidFill>
                  </a:rPr>
                  <a:t>Documents</a:t>
                </a:r>
                <a:endParaRPr lang="hr-HR" sz="2100" kern="1200" dirty="0">
                  <a:solidFill>
                    <a:schemeClr val="bg1"/>
                  </a:solidFill>
                </a:endParaRPr>
              </a:p>
            </p:txBody>
          </p:sp>
        </p:grpSp>
      </p:grpSp>
      <p:sp>
        <p:nvSpPr>
          <p:cNvPr id="12" name="Rounded Rectangle 11"/>
          <p:cNvSpPr/>
          <p:nvPr/>
        </p:nvSpPr>
        <p:spPr bwMode="auto">
          <a:xfrm>
            <a:off x="1533564" y="1382751"/>
            <a:ext cx="9121697" cy="691376"/>
          </a:xfrm>
          <a:prstGeom prst="roundRect">
            <a:avLst/>
          </a:prstGeom>
          <a:solidFill>
            <a:schemeClr val="tx2">
              <a:lumMod val="75000"/>
            </a:schemeClr>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r>
              <a:rPr lang="en-US" sz="3200" dirty="0">
                <a:solidFill>
                  <a:schemeClr val="tx1">
                    <a:alpha val="99000"/>
                  </a:schemeClr>
                </a:solidFill>
              </a:rPr>
              <a:t>The Best TFS Client for Outlook</a:t>
            </a:r>
          </a:p>
        </p:txBody>
      </p:sp>
      <p:pic>
        <p:nvPicPr>
          <p:cNvPr id="13" name="Picture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37555" y="4508186"/>
            <a:ext cx="2253739" cy="1972533"/>
          </a:xfrm>
          <a:prstGeom prst="rect">
            <a:avLst/>
          </a:prstGeom>
          <a:ln>
            <a:solidFill>
              <a:schemeClr val="bg1"/>
            </a:solidFill>
          </a:ln>
          <a:effectLst>
            <a:outerShdw blurRad="50800" dist="38100" dir="2700000" algn="tl" rotWithShape="0">
              <a:prstClr val="black">
                <a:alpha val="40000"/>
              </a:prstClr>
            </a:outerShdw>
          </a:effectLst>
        </p:spPr>
      </p:pic>
      <p:sp>
        <p:nvSpPr>
          <p:cNvPr id="17" name="Espace réservé du pied de page 4"/>
          <p:cNvSpPr txBox="1">
            <a:spLocks/>
          </p:cNvSpPr>
          <p:nvPr/>
        </p:nvSpPr>
        <p:spPr bwMode="auto">
          <a:xfrm>
            <a:off x="122663" y="6491751"/>
            <a:ext cx="11896249"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363" rtl="0" eaLnBrk="0" latinLnBrk="0" hangingPunct="0">
              <a:defRPr sz="1800" kern="1200">
                <a:solidFill>
                  <a:schemeClr val="tx1"/>
                </a:solidFill>
                <a:latin typeface="Arial" charset="0"/>
                <a:ea typeface="+mn-ea"/>
                <a:cs typeface="+mn-cs"/>
              </a:defRPr>
            </a:lvl1pPr>
            <a:lvl2pPr marL="742950" indent="-285750" algn="l" defTabSz="914363" rtl="0" eaLnBrk="0" latinLnBrk="0" hangingPunct="0">
              <a:defRPr sz="1800" kern="1200">
                <a:solidFill>
                  <a:schemeClr val="tx1"/>
                </a:solidFill>
                <a:latin typeface="Arial" charset="0"/>
                <a:ea typeface="+mn-ea"/>
                <a:cs typeface="+mn-cs"/>
              </a:defRPr>
            </a:lvl2pPr>
            <a:lvl3pPr marL="1143000" indent="-228600" algn="l" defTabSz="914363" rtl="0" eaLnBrk="0" latinLnBrk="0" hangingPunct="0">
              <a:defRPr sz="1800" kern="1200">
                <a:solidFill>
                  <a:schemeClr val="tx1"/>
                </a:solidFill>
                <a:latin typeface="Arial" charset="0"/>
                <a:ea typeface="+mn-ea"/>
                <a:cs typeface="+mn-cs"/>
              </a:defRPr>
            </a:lvl3pPr>
            <a:lvl4pPr marL="1600200" indent="-228600" algn="l" defTabSz="914363" rtl="0" eaLnBrk="0" latinLnBrk="0" hangingPunct="0">
              <a:defRPr sz="1800" kern="1200">
                <a:solidFill>
                  <a:schemeClr val="tx1"/>
                </a:solidFill>
                <a:latin typeface="Arial" charset="0"/>
                <a:ea typeface="+mn-ea"/>
                <a:cs typeface="+mn-cs"/>
              </a:defRPr>
            </a:lvl4pPr>
            <a:lvl5pPr marL="2057400" indent="-228600" algn="l" defTabSz="914363" rtl="0" eaLnBrk="0" latinLnBrk="0" hangingPunct="0">
              <a:defRPr sz="1800" kern="1200">
                <a:solidFill>
                  <a:schemeClr val="tx1"/>
                </a:solidFill>
                <a:latin typeface="Arial" charset="0"/>
                <a:ea typeface="+mn-ea"/>
                <a:cs typeface="+mn-cs"/>
              </a:defRPr>
            </a:lvl5pPr>
            <a:lvl6pPr marL="25146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6pPr>
            <a:lvl7pPr marL="29718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7pPr>
            <a:lvl8pPr marL="34290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8pPr>
            <a:lvl9pPr marL="38862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9pPr>
          </a:lstStyle>
          <a:p>
            <a:pPr algn="ctr" eaLnBrk="1" fontAlgn="base" hangingPunct="1">
              <a:spcBef>
                <a:spcPct val="0"/>
              </a:spcBef>
              <a:spcAft>
                <a:spcPct val="0"/>
              </a:spcAft>
            </a:pPr>
            <a:r>
              <a:rPr lang="fr-CA" dirty="0">
                <a:solidFill>
                  <a:srgbClr val="FFFF00"/>
                </a:solidFill>
                <a:cs typeface="Arial" charset="0"/>
              </a:rPr>
              <a:t>http://teamcompanion.com</a:t>
            </a:r>
            <a:endParaRPr lang="en-US" dirty="0" smtClean="0">
              <a:solidFill>
                <a:srgbClr val="FFFF00"/>
              </a:solidFill>
              <a:cs typeface="Arial" charset="0"/>
            </a:endParaRPr>
          </a:p>
        </p:txBody>
      </p:sp>
    </p:spTree>
    <p:extLst>
      <p:ext uri="{BB962C8B-B14F-4D97-AF65-F5344CB8AC3E}">
        <p14:creationId xmlns:p14="http://schemas.microsoft.com/office/powerpoint/2010/main" val="1355947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TeamCompanion 4.0</a:t>
            </a:r>
            <a:endParaRPr lang="en-US" dirty="0"/>
          </a:p>
        </p:txBody>
      </p:sp>
      <p:sp>
        <p:nvSpPr>
          <p:cNvPr id="3" name="Text Placeholder 2"/>
          <p:cNvSpPr>
            <a:spLocks noGrp="1"/>
          </p:cNvSpPr>
          <p:nvPr>
            <p:ph type="body" sz="quarter" idx="10"/>
          </p:nvPr>
        </p:nvSpPr>
        <p:spPr>
          <a:xfrm>
            <a:off x="519112" y="1447799"/>
            <a:ext cx="11149013" cy="4425827"/>
          </a:xfrm>
        </p:spPr>
        <p:txBody>
          <a:bodyPr/>
          <a:lstStyle/>
          <a:p>
            <a:r>
              <a:rPr lang="en-US" sz="2800" dirty="0" smtClean="0"/>
              <a:t>Runs inside Outlook</a:t>
            </a:r>
          </a:p>
          <a:p>
            <a:pPr lvl="1"/>
            <a:r>
              <a:rPr lang="en-US" sz="2400" dirty="0" smtClean="0"/>
              <a:t>Great for non-technical</a:t>
            </a:r>
            <a:br>
              <a:rPr lang="en-US" sz="2400" dirty="0" smtClean="0"/>
            </a:br>
            <a:r>
              <a:rPr lang="en-US" sz="2400" dirty="0" smtClean="0"/>
              <a:t>users (PMs, BAs, and</a:t>
            </a:r>
            <a:br>
              <a:rPr lang="en-US" sz="2400" dirty="0" smtClean="0"/>
            </a:br>
            <a:r>
              <a:rPr lang="en-US" sz="2400" dirty="0" smtClean="0"/>
              <a:t>stakeholders)</a:t>
            </a:r>
            <a:endParaRPr lang="en-US" sz="2400" dirty="0"/>
          </a:p>
          <a:p>
            <a:pPr lvl="1"/>
            <a:r>
              <a:rPr lang="en-US" sz="2400" dirty="0" smtClean="0"/>
              <a:t>Great for power users</a:t>
            </a:r>
            <a:br>
              <a:rPr lang="en-US" sz="2400" dirty="0" smtClean="0"/>
            </a:br>
            <a:r>
              <a:rPr lang="en-US" sz="2400" dirty="0" smtClean="0"/>
              <a:t>because it supports</a:t>
            </a:r>
            <a:br>
              <a:rPr lang="en-US" sz="2400" dirty="0" smtClean="0"/>
            </a:br>
            <a:r>
              <a:rPr lang="en-US" sz="2400" dirty="0" smtClean="0"/>
              <a:t>everything </a:t>
            </a:r>
            <a:r>
              <a:rPr lang="en-US" sz="2400" dirty="0"/>
              <a:t>in VS (+ more)</a:t>
            </a:r>
          </a:p>
          <a:p>
            <a:r>
              <a:rPr lang="en-US" sz="2800" dirty="0" smtClean="0"/>
              <a:t>Powerful </a:t>
            </a:r>
            <a:r>
              <a:rPr lang="en-US" sz="2800" dirty="0"/>
              <a:t>hierarchies</a:t>
            </a:r>
          </a:p>
          <a:p>
            <a:r>
              <a:rPr lang="en-US" sz="2800" dirty="0"/>
              <a:t>Integrated work item </a:t>
            </a:r>
            <a:r>
              <a:rPr lang="en-US" sz="2800" dirty="0" smtClean="0"/>
              <a:t>form</a:t>
            </a:r>
          </a:p>
          <a:p>
            <a:r>
              <a:rPr lang="en-US" sz="2800" dirty="0" smtClean="0"/>
              <a:t>One </a:t>
            </a:r>
            <a:r>
              <a:rPr lang="en-US" sz="2800" dirty="0"/>
              <a:t>click “Add”</a:t>
            </a:r>
          </a:p>
          <a:p>
            <a:r>
              <a:rPr lang="en-US" sz="2800" dirty="0"/>
              <a:t>One click “Done</a:t>
            </a:r>
            <a:r>
              <a:rPr lang="en-US" sz="2800" dirty="0" smtClean="0"/>
              <a:t>”</a:t>
            </a:r>
            <a:endParaRPr lang="en-US" sz="2800" dirty="0"/>
          </a:p>
        </p:txBody>
      </p:sp>
      <p:pic>
        <p:nvPicPr>
          <p:cNvPr id="4" name="Picture 4" descr="D:\Razmjena\TeamCompanion\Screenshots\for ppt work items2pn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31435" y="1554480"/>
            <a:ext cx="6722110" cy="5041310"/>
          </a:xfrm>
          <a:prstGeom prst="rect">
            <a:avLst/>
          </a:prstGeom>
          <a:ln>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5" name="Espace réservé du pied de page 4"/>
          <p:cNvSpPr txBox="1">
            <a:spLocks/>
          </p:cNvSpPr>
          <p:nvPr/>
        </p:nvSpPr>
        <p:spPr bwMode="auto">
          <a:xfrm>
            <a:off x="122663" y="6547506"/>
            <a:ext cx="11896249"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363" rtl="0" eaLnBrk="0" latinLnBrk="0" hangingPunct="0">
              <a:defRPr sz="1800" kern="1200">
                <a:solidFill>
                  <a:schemeClr val="tx1"/>
                </a:solidFill>
                <a:latin typeface="Arial" charset="0"/>
                <a:ea typeface="+mn-ea"/>
                <a:cs typeface="+mn-cs"/>
              </a:defRPr>
            </a:lvl1pPr>
            <a:lvl2pPr marL="742950" indent="-285750" algn="l" defTabSz="914363" rtl="0" eaLnBrk="0" latinLnBrk="0" hangingPunct="0">
              <a:defRPr sz="1800" kern="1200">
                <a:solidFill>
                  <a:schemeClr val="tx1"/>
                </a:solidFill>
                <a:latin typeface="Arial" charset="0"/>
                <a:ea typeface="+mn-ea"/>
                <a:cs typeface="+mn-cs"/>
              </a:defRPr>
            </a:lvl2pPr>
            <a:lvl3pPr marL="1143000" indent="-228600" algn="l" defTabSz="914363" rtl="0" eaLnBrk="0" latinLnBrk="0" hangingPunct="0">
              <a:defRPr sz="1800" kern="1200">
                <a:solidFill>
                  <a:schemeClr val="tx1"/>
                </a:solidFill>
                <a:latin typeface="Arial" charset="0"/>
                <a:ea typeface="+mn-ea"/>
                <a:cs typeface="+mn-cs"/>
              </a:defRPr>
            </a:lvl3pPr>
            <a:lvl4pPr marL="1600200" indent="-228600" algn="l" defTabSz="914363" rtl="0" eaLnBrk="0" latinLnBrk="0" hangingPunct="0">
              <a:defRPr sz="1800" kern="1200">
                <a:solidFill>
                  <a:schemeClr val="tx1"/>
                </a:solidFill>
                <a:latin typeface="Arial" charset="0"/>
                <a:ea typeface="+mn-ea"/>
                <a:cs typeface="+mn-cs"/>
              </a:defRPr>
            </a:lvl4pPr>
            <a:lvl5pPr marL="2057400" indent="-228600" algn="l" defTabSz="914363" rtl="0" eaLnBrk="0" latinLnBrk="0" hangingPunct="0">
              <a:defRPr sz="1800" kern="1200">
                <a:solidFill>
                  <a:schemeClr val="tx1"/>
                </a:solidFill>
                <a:latin typeface="Arial" charset="0"/>
                <a:ea typeface="+mn-ea"/>
                <a:cs typeface="+mn-cs"/>
              </a:defRPr>
            </a:lvl5pPr>
            <a:lvl6pPr marL="25146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6pPr>
            <a:lvl7pPr marL="29718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7pPr>
            <a:lvl8pPr marL="34290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8pPr>
            <a:lvl9pPr marL="38862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9pPr>
          </a:lstStyle>
          <a:p>
            <a:pPr algn="ctr" eaLnBrk="1" fontAlgn="base" hangingPunct="1">
              <a:spcBef>
                <a:spcPct val="0"/>
              </a:spcBef>
              <a:spcAft>
                <a:spcPct val="0"/>
              </a:spcAft>
            </a:pPr>
            <a:r>
              <a:rPr lang="fr-CA" dirty="0">
                <a:solidFill>
                  <a:srgbClr val="FFFF00"/>
                </a:solidFill>
                <a:cs typeface="Arial" charset="0"/>
              </a:rPr>
              <a:t>http://teamcompanion.com</a:t>
            </a:r>
            <a:endParaRPr lang="en-US" dirty="0" smtClean="0">
              <a:solidFill>
                <a:srgbClr val="FFFF00"/>
              </a:solidFill>
              <a:cs typeface="Arial" charset="0"/>
            </a:endParaRPr>
          </a:p>
        </p:txBody>
      </p:sp>
    </p:spTree>
    <p:extLst>
      <p:ext uri="{BB962C8B-B14F-4D97-AF65-F5344CB8AC3E}">
        <p14:creationId xmlns:p14="http://schemas.microsoft.com/office/powerpoint/2010/main" val="2379416430"/>
      </p:ext>
    </p:extLst>
  </p:cSld>
  <p:clrMapOvr>
    <a:masterClrMapping/>
  </p:clrMapOvr>
  <p:transition>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TeamCompanion 4.0</a:t>
            </a:r>
            <a:endParaRPr lang="en-US" dirty="0"/>
          </a:p>
        </p:txBody>
      </p:sp>
      <p:sp>
        <p:nvSpPr>
          <p:cNvPr id="3" name="Text Placeholder 2"/>
          <p:cNvSpPr>
            <a:spLocks noGrp="1"/>
          </p:cNvSpPr>
          <p:nvPr>
            <p:ph type="body" sz="quarter" idx="10"/>
          </p:nvPr>
        </p:nvSpPr>
        <p:spPr>
          <a:xfrm>
            <a:off x="519112" y="1447799"/>
            <a:ext cx="11149013" cy="3484031"/>
          </a:xfrm>
        </p:spPr>
        <p:txBody>
          <a:bodyPr/>
          <a:lstStyle/>
          <a:p>
            <a:r>
              <a:rPr lang="en-US" sz="2800" dirty="0"/>
              <a:t>Offline work item management</a:t>
            </a:r>
          </a:p>
          <a:p>
            <a:pPr lvl="1"/>
            <a:r>
              <a:rPr lang="en-US" sz="2400" dirty="0"/>
              <a:t>Edit work items </a:t>
            </a:r>
            <a:r>
              <a:rPr lang="en-US" sz="2400" dirty="0" smtClean="0"/>
              <a:t>and work item</a:t>
            </a:r>
            <a:br>
              <a:rPr lang="en-US" sz="2400" dirty="0" smtClean="0"/>
            </a:br>
            <a:r>
              <a:rPr lang="en-US" sz="2400" dirty="0" smtClean="0"/>
              <a:t>hierarchies</a:t>
            </a:r>
            <a:endParaRPr lang="en-US" sz="2400" dirty="0"/>
          </a:p>
          <a:p>
            <a:pPr lvl="1"/>
            <a:r>
              <a:rPr lang="en-US" sz="2400" dirty="0"/>
              <a:t>Save, Publish, </a:t>
            </a:r>
            <a:r>
              <a:rPr lang="en-US" sz="2400" dirty="0" smtClean="0"/>
              <a:t>Undo</a:t>
            </a:r>
            <a:br>
              <a:rPr lang="en-US" sz="2400" dirty="0" smtClean="0"/>
            </a:br>
            <a:r>
              <a:rPr lang="en-US" sz="2400" dirty="0" smtClean="0"/>
              <a:t>eg</a:t>
            </a:r>
            <a:r>
              <a:rPr lang="en-US" sz="2400" dirty="0"/>
              <a:t>. Adding an Epic</a:t>
            </a:r>
          </a:p>
          <a:p>
            <a:r>
              <a:rPr lang="en-US" sz="2800" dirty="0"/>
              <a:t>Search</a:t>
            </a:r>
          </a:p>
          <a:p>
            <a:pPr lvl="1"/>
            <a:r>
              <a:rPr lang="en-US" sz="2400" dirty="0"/>
              <a:t>Full text </a:t>
            </a:r>
          </a:p>
          <a:p>
            <a:pPr lvl="1"/>
            <a:r>
              <a:rPr lang="en-US" sz="2400" dirty="0"/>
              <a:t>Custom expressions </a:t>
            </a:r>
            <a:br>
              <a:rPr lang="en-US" sz="2400" dirty="0"/>
            </a:br>
            <a:r>
              <a:rPr lang="en-US" sz="2400" dirty="0"/>
              <a:t>eg. [Remaining work]&gt;4</a:t>
            </a:r>
          </a:p>
        </p:txBody>
      </p:sp>
      <p:pic>
        <p:nvPicPr>
          <p:cNvPr id="5" name="Picture 2" descr="D:\Razmjena\TeamCompanion\Screenshots\offline editing hierarchies for pptx.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3387" y="1554480"/>
            <a:ext cx="5897084" cy="4422574"/>
          </a:xfrm>
          <a:prstGeom prst="rect">
            <a:avLst/>
          </a:prstGeom>
          <a:ln>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Espace réservé du pied de page 4"/>
          <p:cNvSpPr txBox="1">
            <a:spLocks/>
          </p:cNvSpPr>
          <p:nvPr/>
        </p:nvSpPr>
        <p:spPr bwMode="auto">
          <a:xfrm>
            <a:off x="122663" y="6491751"/>
            <a:ext cx="11896249"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363" rtl="0" eaLnBrk="0" latinLnBrk="0" hangingPunct="0">
              <a:defRPr sz="1800" kern="1200">
                <a:solidFill>
                  <a:schemeClr val="tx1"/>
                </a:solidFill>
                <a:latin typeface="Arial" charset="0"/>
                <a:ea typeface="+mn-ea"/>
                <a:cs typeface="+mn-cs"/>
              </a:defRPr>
            </a:lvl1pPr>
            <a:lvl2pPr marL="742950" indent="-285750" algn="l" defTabSz="914363" rtl="0" eaLnBrk="0" latinLnBrk="0" hangingPunct="0">
              <a:defRPr sz="1800" kern="1200">
                <a:solidFill>
                  <a:schemeClr val="tx1"/>
                </a:solidFill>
                <a:latin typeface="Arial" charset="0"/>
                <a:ea typeface="+mn-ea"/>
                <a:cs typeface="+mn-cs"/>
              </a:defRPr>
            </a:lvl2pPr>
            <a:lvl3pPr marL="1143000" indent="-228600" algn="l" defTabSz="914363" rtl="0" eaLnBrk="0" latinLnBrk="0" hangingPunct="0">
              <a:defRPr sz="1800" kern="1200">
                <a:solidFill>
                  <a:schemeClr val="tx1"/>
                </a:solidFill>
                <a:latin typeface="Arial" charset="0"/>
                <a:ea typeface="+mn-ea"/>
                <a:cs typeface="+mn-cs"/>
              </a:defRPr>
            </a:lvl3pPr>
            <a:lvl4pPr marL="1600200" indent="-228600" algn="l" defTabSz="914363" rtl="0" eaLnBrk="0" latinLnBrk="0" hangingPunct="0">
              <a:defRPr sz="1800" kern="1200">
                <a:solidFill>
                  <a:schemeClr val="tx1"/>
                </a:solidFill>
                <a:latin typeface="Arial" charset="0"/>
                <a:ea typeface="+mn-ea"/>
                <a:cs typeface="+mn-cs"/>
              </a:defRPr>
            </a:lvl4pPr>
            <a:lvl5pPr marL="2057400" indent="-228600" algn="l" defTabSz="914363" rtl="0" eaLnBrk="0" latinLnBrk="0" hangingPunct="0">
              <a:defRPr sz="1800" kern="1200">
                <a:solidFill>
                  <a:schemeClr val="tx1"/>
                </a:solidFill>
                <a:latin typeface="Arial" charset="0"/>
                <a:ea typeface="+mn-ea"/>
                <a:cs typeface="+mn-cs"/>
              </a:defRPr>
            </a:lvl5pPr>
            <a:lvl6pPr marL="25146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6pPr>
            <a:lvl7pPr marL="29718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7pPr>
            <a:lvl8pPr marL="34290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8pPr>
            <a:lvl9pPr marL="38862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9pPr>
          </a:lstStyle>
          <a:p>
            <a:pPr algn="ctr" eaLnBrk="1" fontAlgn="base" hangingPunct="1">
              <a:spcBef>
                <a:spcPct val="0"/>
              </a:spcBef>
              <a:spcAft>
                <a:spcPct val="0"/>
              </a:spcAft>
            </a:pPr>
            <a:r>
              <a:rPr lang="fr-CA" dirty="0">
                <a:solidFill>
                  <a:srgbClr val="FFFF00"/>
                </a:solidFill>
                <a:cs typeface="Arial" charset="0"/>
              </a:rPr>
              <a:t>http://teamcompanion.com</a:t>
            </a:r>
            <a:endParaRPr lang="en-US" dirty="0" smtClean="0">
              <a:solidFill>
                <a:srgbClr val="FFFF00"/>
              </a:solidFill>
              <a:cs typeface="Arial" charset="0"/>
            </a:endParaRPr>
          </a:p>
        </p:txBody>
      </p:sp>
    </p:spTree>
    <p:extLst>
      <p:ext uri="{BB962C8B-B14F-4D97-AF65-F5344CB8AC3E}">
        <p14:creationId xmlns:p14="http://schemas.microsoft.com/office/powerpoint/2010/main" val="1951747820"/>
      </p:ext>
    </p:extLst>
  </p:cSld>
  <p:clrMapOvr>
    <a:masterClrMapping/>
  </p:clrMapOvr>
  <p:transition>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TeamCompanion 4.0</a:t>
            </a:r>
            <a:endParaRPr lang="en-US" dirty="0"/>
          </a:p>
        </p:txBody>
      </p:sp>
      <p:sp>
        <p:nvSpPr>
          <p:cNvPr id="3" name="Text Placeholder 2"/>
          <p:cNvSpPr>
            <a:spLocks noGrp="1"/>
          </p:cNvSpPr>
          <p:nvPr>
            <p:ph type="body" sz="quarter" idx="10"/>
          </p:nvPr>
        </p:nvSpPr>
        <p:spPr>
          <a:xfrm>
            <a:off x="519112" y="1447799"/>
            <a:ext cx="11149013" cy="3570208"/>
          </a:xfrm>
        </p:spPr>
        <p:txBody>
          <a:bodyPr/>
          <a:lstStyle/>
          <a:p>
            <a:r>
              <a:rPr lang="en-US" sz="2800" dirty="0"/>
              <a:t>Agile Project Management </a:t>
            </a:r>
          </a:p>
          <a:p>
            <a:pPr lvl="1"/>
            <a:r>
              <a:rPr lang="en-US" sz="2400" dirty="0"/>
              <a:t>Pick, order, track</a:t>
            </a:r>
          </a:p>
          <a:p>
            <a:pPr lvl="1"/>
            <a:r>
              <a:rPr lang="en-US" sz="2400" dirty="0"/>
              <a:t>Via drag and drop</a:t>
            </a:r>
          </a:p>
          <a:p>
            <a:r>
              <a:rPr lang="en-US" sz="2800" dirty="0" smtClean="0"/>
              <a:t>Backlog </a:t>
            </a:r>
            <a:r>
              <a:rPr lang="en-US" sz="2800" dirty="0"/>
              <a:t>Prioritization  </a:t>
            </a:r>
          </a:p>
          <a:p>
            <a:r>
              <a:rPr lang="en-US" sz="2800" dirty="0"/>
              <a:t>Sprint Planning</a:t>
            </a:r>
          </a:p>
          <a:p>
            <a:pPr lvl="1"/>
            <a:r>
              <a:rPr lang="en-US" sz="2400" dirty="0"/>
              <a:t>Check for overloaded resources</a:t>
            </a:r>
          </a:p>
          <a:p>
            <a:r>
              <a:rPr lang="en-US" sz="2800" dirty="0"/>
              <a:t>Sprint Progress </a:t>
            </a:r>
          </a:p>
          <a:p>
            <a:pPr lvl="1"/>
            <a:r>
              <a:rPr lang="en-US" sz="2400" dirty="0"/>
              <a:t>Track (via Burndown)</a:t>
            </a:r>
          </a:p>
        </p:txBody>
      </p:sp>
      <p:pic>
        <p:nvPicPr>
          <p:cNvPr id="6" name="Picture 2" descr="D:\Razmjena\TeamCompanion\Screenshots\PMfor pptx.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3387" y="1554480"/>
            <a:ext cx="5945154" cy="4623296"/>
          </a:xfrm>
          <a:prstGeom prst="rect">
            <a:avLst/>
          </a:prstGeom>
          <a:ln>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Espace réservé du pied de page 4"/>
          <p:cNvSpPr txBox="1">
            <a:spLocks/>
          </p:cNvSpPr>
          <p:nvPr/>
        </p:nvSpPr>
        <p:spPr bwMode="auto">
          <a:xfrm>
            <a:off x="10024941" y="6233531"/>
            <a:ext cx="1826871" cy="57874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363" rtl="0" eaLnBrk="0" latinLnBrk="0" hangingPunct="0">
              <a:defRPr sz="1800" kern="1200">
                <a:solidFill>
                  <a:schemeClr val="tx1"/>
                </a:solidFill>
                <a:latin typeface="Arial" charset="0"/>
                <a:ea typeface="+mn-ea"/>
                <a:cs typeface="+mn-cs"/>
              </a:defRPr>
            </a:lvl1pPr>
            <a:lvl2pPr marL="742950" indent="-285750" algn="l" defTabSz="914363" rtl="0" eaLnBrk="0" latinLnBrk="0" hangingPunct="0">
              <a:defRPr sz="1800" kern="1200">
                <a:solidFill>
                  <a:schemeClr val="tx1"/>
                </a:solidFill>
                <a:latin typeface="Arial" charset="0"/>
                <a:ea typeface="+mn-ea"/>
                <a:cs typeface="+mn-cs"/>
              </a:defRPr>
            </a:lvl2pPr>
            <a:lvl3pPr marL="1143000" indent="-228600" algn="l" defTabSz="914363" rtl="0" eaLnBrk="0" latinLnBrk="0" hangingPunct="0">
              <a:defRPr sz="1800" kern="1200">
                <a:solidFill>
                  <a:schemeClr val="tx1"/>
                </a:solidFill>
                <a:latin typeface="Arial" charset="0"/>
                <a:ea typeface="+mn-ea"/>
                <a:cs typeface="+mn-cs"/>
              </a:defRPr>
            </a:lvl3pPr>
            <a:lvl4pPr marL="1600200" indent="-228600" algn="l" defTabSz="914363" rtl="0" eaLnBrk="0" latinLnBrk="0" hangingPunct="0">
              <a:defRPr sz="1800" kern="1200">
                <a:solidFill>
                  <a:schemeClr val="tx1"/>
                </a:solidFill>
                <a:latin typeface="Arial" charset="0"/>
                <a:ea typeface="+mn-ea"/>
                <a:cs typeface="+mn-cs"/>
              </a:defRPr>
            </a:lvl4pPr>
            <a:lvl5pPr marL="2057400" indent="-228600" algn="l" defTabSz="914363" rtl="0" eaLnBrk="0" latinLnBrk="0" hangingPunct="0">
              <a:defRPr sz="1800" kern="1200">
                <a:solidFill>
                  <a:schemeClr val="tx1"/>
                </a:solidFill>
                <a:latin typeface="Arial" charset="0"/>
                <a:ea typeface="+mn-ea"/>
                <a:cs typeface="+mn-cs"/>
              </a:defRPr>
            </a:lvl5pPr>
            <a:lvl6pPr marL="25146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6pPr>
            <a:lvl7pPr marL="29718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7pPr>
            <a:lvl8pPr marL="34290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8pPr>
            <a:lvl9pPr marL="38862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9pPr>
          </a:lstStyle>
          <a:p>
            <a:pPr algn="r" eaLnBrk="1" fontAlgn="base" hangingPunct="1">
              <a:spcBef>
                <a:spcPct val="0"/>
              </a:spcBef>
              <a:spcAft>
                <a:spcPct val="0"/>
              </a:spcAft>
            </a:pPr>
            <a:r>
              <a:rPr lang="fr-CA" sz="2800" b="1" dirty="0" smtClean="0">
                <a:solidFill>
                  <a:srgbClr val="FFFF00"/>
                </a:solidFill>
                <a:cs typeface="Arial" charset="0"/>
              </a:rPr>
              <a:t>DEMO …</a:t>
            </a:r>
            <a:endParaRPr lang="en-US" sz="2800" b="1" dirty="0" smtClean="0">
              <a:solidFill>
                <a:srgbClr val="FFFF00"/>
              </a:solidFill>
              <a:cs typeface="Arial" charset="0"/>
            </a:endParaRPr>
          </a:p>
        </p:txBody>
      </p:sp>
      <p:sp>
        <p:nvSpPr>
          <p:cNvPr id="8" name="Espace réservé du pied de page 4"/>
          <p:cNvSpPr txBox="1">
            <a:spLocks/>
          </p:cNvSpPr>
          <p:nvPr/>
        </p:nvSpPr>
        <p:spPr bwMode="auto">
          <a:xfrm>
            <a:off x="122663" y="6491751"/>
            <a:ext cx="11896249"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363" rtl="0" eaLnBrk="0" latinLnBrk="0" hangingPunct="0">
              <a:defRPr sz="1800" kern="1200">
                <a:solidFill>
                  <a:schemeClr val="tx1"/>
                </a:solidFill>
                <a:latin typeface="Arial" charset="0"/>
                <a:ea typeface="+mn-ea"/>
                <a:cs typeface="+mn-cs"/>
              </a:defRPr>
            </a:lvl1pPr>
            <a:lvl2pPr marL="742950" indent="-285750" algn="l" defTabSz="914363" rtl="0" eaLnBrk="0" latinLnBrk="0" hangingPunct="0">
              <a:defRPr sz="1800" kern="1200">
                <a:solidFill>
                  <a:schemeClr val="tx1"/>
                </a:solidFill>
                <a:latin typeface="Arial" charset="0"/>
                <a:ea typeface="+mn-ea"/>
                <a:cs typeface="+mn-cs"/>
              </a:defRPr>
            </a:lvl2pPr>
            <a:lvl3pPr marL="1143000" indent="-228600" algn="l" defTabSz="914363" rtl="0" eaLnBrk="0" latinLnBrk="0" hangingPunct="0">
              <a:defRPr sz="1800" kern="1200">
                <a:solidFill>
                  <a:schemeClr val="tx1"/>
                </a:solidFill>
                <a:latin typeface="Arial" charset="0"/>
                <a:ea typeface="+mn-ea"/>
                <a:cs typeface="+mn-cs"/>
              </a:defRPr>
            </a:lvl3pPr>
            <a:lvl4pPr marL="1600200" indent="-228600" algn="l" defTabSz="914363" rtl="0" eaLnBrk="0" latinLnBrk="0" hangingPunct="0">
              <a:defRPr sz="1800" kern="1200">
                <a:solidFill>
                  <a:schemeClr val="tx1"/>
                </a:solidFill>
                <a:latin typeface="Arial" charset="0"/>
                <a:ea typeface="+mn-ea"/>
                <a:cs typeface="+mn-cs"/>
              </a:defRPr>
            </a:lvl4pPr>
            <a:lvl5pPr marL="2057400" indent="-228600" algn="l" defTabSz="914363" rtl="0" eaLnBrk="0" latinLnBrk="0" hangingPunct="0">
              <a:defRPr sz="1800" kern="1200">
                <a:solidFill>
                  <a:schemeClr val="tx1"/>
                </a:solidFill>
                <a:latin typeface="Arial" charset="0"/>
                <a:ea typeface="+mn-ea"/>
                <a:cs typeface="+mn-cs"/>
              </a:defRPr>
            </a:lvl5pPr>
            <a:lvl6pPr marL="25146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6pPr>
            <a:lvl7pPr marL="29718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7pPr>
            <a:lvl8pPr marL="34290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8pPr>
            <a:lvl9pPr marL="38862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9pPr>
          </a:lstStyle>
          <a:p>
            <a:pPr algn="ctr" eaLnBrk="1" fontAlgn="base" hangingPunct="1">
              <a:spcBef>
                <a:spcPct val="0"/>
              </a:spcBef>
              <a:spcAft>
                <a:spcPct val="0"/>
              </a:spcAft>
            </a:pPr>
            <a:r>
              <a:rPr lang="fr-CA" dirty="0">
                <a:solidFill>
                  <a:srgbClr val="FFFF00"/>
                </a:solidFill>
                <a:cs typeface="Arial" charset="0"/>
              </a:rPr>
              <a:t>http://teamcompanion.com</a:t>
            </a:r>
            <a:endParaRPr lang="en-US" dirty="0" smtClean="0">
              <a:solidFill>
                <a:srgbClr val="FFFF00"/>
              </a:solidFill>
              <a:cs typeface="Arial" charset="0"/>
            </a:endParaRPr>
          </a:p>
        </p:txBody>
      </p:sp>
    </p:spTree>
    <p:extLst>
      <p:ext uri="{BB962C8B-B14F-4D97-AF65-F5344CB8AC3E}">
        <p14:creationId xmlns:p14="http://schemas.microsoft.com/office/powerpoint/2010/main" val="3239790463"/>
      </p:ext>
    </p:extLst>
  </p:cSld>
  <p:clrMapOvr>
    <a:masterClrMapping/>
  </p:clrMapOvr>
  <p:transition>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Myth #4</a:t>
            </a:r>
            <a:endParaRPr lang="en-US" dirty="0"/>
          </a:p>
        </p:txBody>
      </p:sp>
      <p:sp>
        <p:nvSpPr>
          <p:cNvPr id="3" name="Subtitle 2"/>
          <p:cNvSpPr>
            <a:spLocks noGrp="1"/>
          </p:cNvSpPr>
          <p:nvPr>
            <p:ph type="subTitle" idx="1"/>
          </p:nvPr>
        </p:nvSpPr>
        <p:spPr/>
        <p:txBody>
          <a:bodyPr/>
          <a:lstStyle/>
          <a:p>
            <a:r>
              <a:rPr lang="en-US" dirty="0"/>
              <a:t>“TFS does not work well with Eclipse”</a:t>
            </a:r>
          </a:p>
          <a:p>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54985" y="5624980"/>
            <a:ext cx="2478856" cy="857012"/>
          </a:xfrm>
          <a:prstGeom prst="rect">
            <a:avLst/>
          </a:prstGeom>
        </p:spPr>
      </p:pic>
    </p:spTree>
    <p:extLst>
      <p:ext uri="{BB962C8B-B14F-4D97-AF65-F5344CB8AC3E}">
        <p14:creationId xmlns:p14="http://schemas.microsoft.com/office/powerpoint/2010/main" val="2211172964"/>
      </p:ext>
    </p:extLst>
  </p:cSld>
  <p:clrMapOvr>
    <a:masterClrMapping/>
  </p:clrMapOvr>
  <p:transition>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89970" y="228600"/>
            <a:ext cx="8878156" cy="616087"/>
          </a:xfrm>
        </p:spPr>
        <p:txBody>
          <a:bodyPr/>
          <a:lstStyle/>
          <a:p>
            <a:r>
              <a:rPr lang="en-US" dirty="0" smtClean="0"/>
              <a:t>Technologies</a:t>
            </a:r>
            <a:endParaRPr lang="en-US" dirty="0"/>
          </a:p>
        </p:txBody>
      </p:sp>
      <p:sp>
        <p:nvSpPr>
          <p:cNvPr id="3" name="Text Placeholder 2"/>
          <p:cNvSpPr>
            <a:spLocks noGrp="1"/>
          </p:cNvSpPr>
          <p:nvPr>
            <p:ph type="body" sz="quarter" idx="10"/>
          </p:nvPr>
        </p:nvSpPr>
        <p:spPr>
          <a:xfrm>
            <a:off x="519112" y="1256727"/>
            <a:ext cx="11149013" cy="5386090"/>
          </a:xfrm>
        </p:spPr>
        <p:txBody>
          <a:bodyPr/>
          <a:lstStyle/>
          <a:p>
            <a:pPr marL="0" indent="0">
              <a:buNone/>
            </a:pPr>
            <a:r>
              <a:rPr lang="en-US" dirty="0"/>
              <a:t>Created the most widely used ALM integration platform</a:t>
            </a:r>
          </a:p>
          <a:p>
            <a:r>
              <a:rPr lang="en-US" sz="2800" dirty="0"/>
              <a:t>Lead top level Eclipse </a:t>
            </a:r>
            <a:r>
              <a:rPr lang="en-US" sz="2800" dirty="0" err="1"/>
              <a:t>Mylyn</a:t>
            </a:r>
            <a:r>
              <a:rPr lang="en-US" sz="2800" dirty="0"/>
              <a:t> </a:t>
            </a:r>
            <a:r>
              <a:rPr lang="en-US" sz="2800" dirty="0" smtClean="0"/>
              <a:t>project</a:t>
            </a:r>
          </a:p>
          <a:p>
            <a:r>
              <a:rPr lang="en-US" sz="2800" dirty="0" smtClean="0"/>
              <a:t>1 million downloads / month</a:t>
            </a:r>
            <a:endParaRPr lang="en-US" sz="2800" dirty="0"/>
          </a:p>
          <a:p>
            <a:pPr marL="0" indent="0">
              <a:buNone/>
            </a:pPr>
            <a:r>
              <a:rPr lang="en-CA" dirty="0"/>
              <a:t>Global leaders in ALM interoperability</a:t>
            </a:r>
            <a:endParaRPr lang="en-US" dirty="0"/>
          </a:p>
          <a:p>
            <a:r>
              <a:rPr lang="en-US" sz="2800" dirty="0" smtClean="0"/>
              <a:t>50+ integrations</a:t>
            </a:r>
            <a:endParaRPr lang="en-CA" sz="2800" dirty="0"/>
          </a:p>
          <a:p>
            <a:pPr marL="0" indent="0">
              <a:buNone/>
            </a:pPr>
            <a:r>
              <a:rPr lang="en-CA" dirty="0"/>
              <a:t>Innovation and delivery </a:t>
            </a:r>
            <a:r>
              <a:rPr lang="en-CA" dirty="0" smtClean="0"/>
              <a:t>partners for:</a:t>
            </a:r>
            <a:endParaRPr lang="en-CA" dirty="0"/>
          </a:p>
          <a:p>
            <a:r>
              <a:rPr lang="en-CA" sz="2800" dirty="0" smtClean="0"/>
              <a:t>IBM – helped author OSLC standard</a:t>
            </a:r>
          </a:p>
          <a:p>
            <a:r>
              <a:rPr lang="en-CA" sz="2800" dirty="0"/>
              <a:t>VMware - Code2Cloud and SpringSource Tool Suite</a:t>
            </a:r>
          </a:p>
          <a:p>
            <a:r>
              <a:rPr lang="en-CA" sz="2800" dirty="0" smtClean="0"/>
              <a:t>HP - Developer Tools</a:t>
            </a:r>
          </a:p>
          <a:p>
            <a:r>
              <a:rPr lang="en-CA" sz="2800" dirty="0" smtClean="0"/>
              <a:t>Microsoft – Windows 7 Eclipse integration</a:t>
            </a:r>
          </a:p>
          <a:p>
            <a:pPr marL="0" indent="0">
              <a:buNone/>
            </a:pPr>
            <a:r>
              <a:rPr lang="en-CA" dirty="0" smtClean="0"/>
              <a:t>Eclipse Foundation Board of Directors</a:t>
            </a:r>
            <a:endParaRPr lang="en-CA" dirty="0"/>
          </a:p>
        </p:txBody>
      </p:sp>
      <p:pic>
        <p:nvPicPr>
          <p:cNvPr id="4" name="Picture 3" descr="C:\Users\Mik Kersten\Desktop\tasktop-whit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474" y="248063"/>
            <a:ext cx="2386496" cy="59662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C:\Users\Mik Kersten\Desktop\gartner-cool-vendor.png"/>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a:ext>
            </a:extLst>
          </a:blip>
          <a:srcRect/>
          <a:stretch>
            <a:fillRect/>
          </a:stretch>
        </p:blipFill>
        <p:spPr bwMode="auto">
          <a:xfrm>
            <a:off x="10331300" y="1877776"/>
            <a:ext cx="900239" cy="900239"/>
          </a:xfrm>
          <a:prstGeom prst="rect">
            <a:avLst/>
          </a:prstGeom>
          <a:noFill/>
          <a:effectLst>
            <a:reflection blurRad="6350" stA="52000" endA="300" endPos="35000" dir="5400000" sy="-100000" algn="bl" rotWithShape="0"/>
          </a:effectLst>
          <a:extLst>
            <a:ext uri="{909E8E84-426E-40DD-AFC4-6F175D3DCCD1}">
              <a14:hiddenFill xmlns:a14="http://schemas.microsoft.com/office/drawing/2010/main">
                <a:solidFill>
                  <a:srgbClr val="FFFFFF"/>
                </a:solidFill>
              </a14:hiddenFill>
            </a:ext>
          </a:extLst>
        </p:spPr>
      </p:pic>
      <p:pic>
        <p:nvPicPr>
          <p:cNvPr id="7" name="Picture 2"/>
          <p:cNvPicPr>
            <a:picLocks noChangeAspect="1" noChangeArrowheads="1"/>
          </p:cNvPicPr>
          <p:nvPr/>
        </p:nvPicPr>
        <p:blipFill>
          <a:blip r:embed="rId5" cstate="print">
            <a:extLst>
              <a:ext uri="{BEBA8EAE-BF5A-486C-A8C5-ECC9F3942E4B}">
                <a14:imgProps xmlns:a14="http://schemas.microsoft.com/office/drawing/2010/main">
                  <a14:imgLayer r:embed="rId6">
                    <a14:imgEffect>
                      <a14:brightnessContrast contrast="-20000"/>
                    </a14:imgEffect>
                  </a14:imgLayer>
                </a14:imgProps>
              </a:ext>
              <a:ext uri="{28A0092B-C50C-407E-A947-70E740481C1C}">
                <a14:useLocalDpi xmlns:a14="http://schemas.microsoft.com/office/drawing/2010/main"/>
              </a:ext>
            </a:extLst>
          </a:blip>
          <a:srcRect/>
          <a:stretch>
            <a:fillRect/>
          </a:stretch>
        </p:blipFill>
        <p:spPr bwMode="auto">
          <a:xfrm>
            <a:off x="10403679" y="3373400"/>
            <a:ext cx="855878" cy="878573"/>
          </a:xfrm>
          <a:prstGeom prst="rect">
            <a:avLst/>
          </a:prstGeom>
          <a:noFill/>
          <a:effectLst>
            <a:reflection blurRad="6350" stA="52000" endA="300" endPos="35000" dir="5400000" sy="-100000" algn="bl" rotWithShape="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Espace réservé du pied de page 4"/>
          <p:cNvSpPr txBox="1">
            <a:spLocks/>
          </p:cNvSpPr>
          <p:nvPr/>
        </p:nvSpPr>
        <p:spPr bwMode="auto">
          <a:xfrm>
            <a:off x="122663" y="6491751"/>
            <a:ext cx="11896249"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363" rtl="0" eaLnBrk="0" latinLnBrk="0" hangingPunct="0">
              <a:defRPr sz="1800" kern="1200">
                <a:solidFill>
                  <a:schemeClr val="tx1"/>
                </a:solidFill>
                <a:latin typeface="Arial" charset="0"/>
                <a:ea typeface="+mn-ea"/>
                <a:cs typeface="+mn-cs"/>
              </a:defRPr>
            </a:lvl1pPr>
            <a:lvl2pPr marL="742950" indent="-285750" algn="l" defTabSz="914363" rtl="0" eaLnBrk="0" latinLnBrk="0" hangingPunct="0">
              <a:defRPr sz="1800" kern="1200">
                <a:solidFill>
                  <a:schemeClr val="tx1"/>
                </a:solidFill>
                <a:latin typeface="Arial" charset="0"/>
                <a:ea typeface="+mn-ea"/>
                <a:cs typeface="+mn-cs"/>
              </a:defRPr>
            </a:lvl2pPr>
            <a:lvl3pPr marL="1143000" indent="-228600" algn="l" defTabSz="914363" rtl="0" eaLnBrk="0" latinLnBrk="0" hangingPunct="0">
              <a:defRPr sz="1800" kern="1200">
                <a:solidFill>
                  <a:schemeClr val="tx1"/>
                </a:solidFill>
                <a:latin typeface="Arial" charset="0"/>
                <a:ea typeface="+mn-ea"/>
                <a:cs typeface="+mn-cs"/>
              </a:defRPr>
            </a:lvl3pPr>
            <a:lvl4pPr marL="1600200" indent="-228600" algn="l" defTabSz="914363" rtl="0" eaLnBrk="0" latinLnBrk="0" hangingPunct="0">
              <a:defRPr sz="1800" kern="1200">
                <a:solidFill>
                  <a:schemeClr val="tx1"/>
                </a:solidFill>
                <a:latin typeface="Arial" charset="0"/>
                <a:ea typeface="+mn-ea"/>
                <a:cs typeface="+mn-cs"/>
              </a:defRPr>
            </a:lvl4pPr>
            <a:lvl5pPr marL="2057400" indent="-228600" algn="l" defTabSz="914363" rtl="0" eaLnBrk="0" latinLnBrk="0" hangingPunct="0">
              <a:defRPr sz="1800" kern="1200">
                <a:solidFill>
                  <a:schemeClr val="tx1"/>
                </a:solidFill>
                <a:latin typeface="Arial" charset="0"/>
                <a:ea typeface="+mn-ea"/>
                <a:cs typeface="+mn-cs"/>
              </a:defRPr>
            </a:lvl5pPr>
            <a:lvl6pPr marL="25146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6pPr>
            <a:lvl7pPr marL="29718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7pPr>
            <a:lvl8pPr marL="34290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8pPr>
            <a:lvl9pPr marL="38862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9pPr>
          </a:lstStyle>
          <a:p>
            <a:pPr algn="ctr" eaLnBrk="1" fontAlgn="base" hangingPunct="1">
              <a:spcBef>
                <a:spcPct val="0"/>
              </a:spcBef>
              <a:spcAft>
                <a:spcPct val="0"/>
              </a:spcAft>
            </a:pPr>
            <a:r>
              <a:rPr lang="fr-CA" dirty="0">
                <a:solidFill>
                  <a:srgbClr val="FFFF00"/>
                </a:solidFill>
                <a:cs typeface="Arial" charset="0"/>
              </a:rPr>
              <a:t>http://</a:t>
            </a:r>
            <a:r>
              <a:rPr lang="fr-CA" dirty="0" smtClean="0">
                <a:solidFill>
                  <a:srgbClr val="FFFF00"/>
                </a:solidFill>
                <a:cs typeface="Arial" charset="0"/>
              </a:rPr>
              <a:t>tasktop.com</a:t>
            </a:r>
            <a:endParaRPr lang="en-US" dirty="0" smtClean="0">
              <a:solidFill>
                <a:srgbClr val="FFFF00"/>
              </a:solidFill>
              <a:cs typeface="Arial" charset="0"/>
            </a:endParaRPr>
          </a:p>
        </p:txBody>
      </p:sp>
      <p:pic>
        <p:nvPicPr>
          <p:cNvPr id="2050"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383676" y="5202201"/>
            <a:ext cx="985221" cy="985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09089026"/>
      </p:ext>
    </p:extLst>
  </p:cSld>
  <p:clrMapOvr>
    <a:masterClrMapping/>
  </p:clrMapOvr>
  <p:transition>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89970" y="228600"/>
            <a:ext cx="8878156" cy="616087"/>
          </a:xfrm>
        </p:spPr>
        <p:txBody>
          <a:bodyPr/>
          <a:lstStyle/>
          <a:p>
            <a:r>
              <a:rPr lang="en-US" dirty="0" smtClean="0"/>
              <a:t>Enterprise</a:t>
            </a:r>
            <a:endParaRPr lang="en-US" dirty="0"/>
          </a:p>
        </p:txBody>
      </p:sp>
      <p:sp>
        <p:nvSpPr>
          <p:cNvPr id="3" name="Text Placeholder 2"/>
          <p:cNvSpPr>
            <a:spLocks noGrp="1"/>
          </p:cNvSpPr>
          <p:nvPr>
            <p:ph type="body" sz="quarter" idx="10"/>
          </p:nvPr>
        </p:nvSpPr>
        <p:spPr>
          <a:xfrm>
            <a:off x="519112" y="1447799"/>
            <a:ext cx="11149013" cy="4912114"/>
          </a:xfrm>
        </p:spPr>
        <p:txBody>
          <a:bodyPr/>
          <a:lstStyle/>
          <a:p>
            <a:r>
              <a:rPr lang="en-US" dirty="0" smtClean="0"/>
              <a:t>Commercial solution extends Eclipse </a:t>
            </a:r>
            <a:r>
              <a:rPr lang="en-US" dirty="0" err="1" smtClean="0"/>
              <a:t>Mylyn</a:t>
            </a:r>
            <a:r>
              <a:rPr lang="en-US" dirty="0" smtClean="0"/>
              <a:t> project</a:t>
            </a:r>
          </a:p>
          <a:p>
            <a:r>
              <a:rPr lang="en-US" dirty="0"/>
              <a:t>5</a:t>
            </a:r>
            <a:r>
              <a:rPr lang="en-US" dirty="0" smtClean="0"/>
              <a:t>0+ ALM integrations including Microsoft TFS</a:t>
            </a:r>
          </a:p>
          <a:p>
            <a:r>
              <a:rPr lang="en-US" dirty="0" smtClean="0"/>
              <a:t>Supports Visual Studio and Eclipse</a:t>
            </a:r>
          </a:p>
          <a:p>
            <a:r>
              <a:rPr lang="en-US" dirty="0" smtClean="0"/>
              <a:t>Award-winning, high-fidelity integrations between TFS and:</a:t>
            </a:r>
          </a:p>
          <a:p>
            <a:pPr lvl="1"/>
            <a:r>
              <a:rPr lang="en-US" dirty="0" smtClean="0"/>
              <a:t>Issue Trackers</a:t>
            </a:r>
          </a:p>
          <a:p>
            <a:pPr lvl="1"/>
            <a:r>
              <a:rPr lang="en-US" dirty="0" smtClean="0"/>
              <a:t>Source Code Management (SCM) tools</a:t>
            </a:r>
          </a:p>
          <a:p>
            <a:pPr lvl="1"/>
            <a:r>
              <a:rPr lang="en-US" dirty="0" smtClean="0"/>
              <a:t>Build Management tools</a:t>
            </a:r>
          </a:p>
          <a:p>
            <a:pPr lvl="1"/>
            <a:r>
              <a:rPr lang="en-US" dirty="0" smtClean="0"/>
              <a:t>Continuous Integration tools</a:t>
            </a:r>
          </a:p>
          <a:p>
            <a:pPr lvl="1"/>
            <a:r>
              <a:rPr lang="en-US" dirty="0" smtClean="0"/>
              <a:t>Quality Assurance Solutions</a:t>
            </a:r>
          </a:p>
          <a:p>
            <a:pPr lvl="1"/>
            <a:r>
              <a:rPr lang="en-US" dirty="0" smtClean="0"/>
              <a:t>Project and Portfolio Management Tools</a:t>
            </a:r>
          </a:p>
        </p:txBody>
      </p:sp>
      <p:pic>
        <p:nvPicPr>
          <p:cNvPr id="4" name="Picture 3" descr="C:\Users\Mik Kersten\Desktop\tasktop-whit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474" y="248063"/>
            <a:ext cx="2386496" cy="596624"/>
          </a:xfrm>
          <a:prstGeom prst="rect">
            <a:avLst/>
          </a:prstGeom>
          <a:noFill/>
          <a:extLst>
            <a:ext uri="{909E8E84-426E-40DD-AFC4-6F175D3DCCD1}">
              <a14:hiddenFill xmlns:a14="http://schemas.microsoft.com/office/drawing/2010/main">
                <a:solidFill>
                  <a:srgbClr val="FFFFFF"/>
                </a:solidFill>
              </a14:hiddenFill>
            </a:ext>
          </a:extLst>
        </p:spPr>
      </p:pic>
      <p:sp>
        <p:nvSpPr>
          <p:cNvPr id="5" name="Espace réservé du pied de page 4"/>
          <p:cNvSpPr txBox="1">
            <a:spLocks/>
          </p:cNvSpPr>
          <p:nvPr/>
        </p:nvSpPr>
        <p:spPr bwMode="auto">
          <a:xfrm>
            <a:off x="122663" y="6491751"/>
            <a:ext cx="11896249"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363" rtl="0" eaLnBrk="0" latinLnBrk="0" hangingPunct="0">
              <a:defRPr sz="1800" kern="1200">
                <a:solidFill>
                  <a:schemeClr val="tx1"/>
                </a:solidFill>
                <a:latin typeface="Arial" charset="0"/>
                <a:ea typeface="+mn-ea"/>
                <a:cs typeface="+mn-cs"/>
              </a:defRPr>
            </a:lvl1pPr>
            <a:lvl2pPr marL="742950" indent="-285750" algn="l" defTabSz="914363" rtl="0" eaLnBrk="0" latinLnBrk="0" hangingPunct="0">
              <a:defRPr sz="1800" kern="1200">
                <a:solidFill>
                  <a:schemeClr val="tx1"/>
                </a:solidFill>
                <a:latin typeface="Arial" charset="0"/>
                <a:ea typeface="+mn-ea"/>
                <a:cs typeface="+mn-cs"/>
              </a:defRPr>
            </a:lvl2pPr>
            <a:lvl3pPr marL="1143000" indent="-228600" algn="l" defTabSz="914363" rtl="0" eaLnBrk="0" latinLnBrk="0" hangingPunct="0">
              <a:defRPr sz="1800" kern="1200">
                <a:solidFill>
                  <a:schemeClr val="tx1"/>
                </a:solidFill>
                <a:latin typeface="Arial" charset="0"/>
                <a:ea typeface="+mn-ea"/>
                <a:cs typeface="+mn-cs"/>
              </a:defRPr>
            </a:lvl3pPr>
            <a:lvl4pPr marL="1600200" indent="-228600" algn="l" defTabSz="914363" rtl="0" eaLnBrk="0" latinLnBrk="0" hangingPunct="0">
              <a:defRPr sz="1800" kern="1200">
                <a:solidFill>
                  <a:schemeClr val="tx1"/>
                </a:solidFill>
                <a:latin typeface="Arial" charset="0"/>
                <a:ea typeface="+mn-ea"/>
                <a:cs typeface="+mn-cs"/>
              </a:defRPr>
            </a:lvl4pPr>
            <a:lvl5pPr marL="2057400" indent="-228600" algn="l" defTabSz="914363" rtl="0" eaLnBrk="0" latinLnBrk="0" hangingPunct="0">
              <a:defRPr sz="1800" kern="1200">
                <a:solidFill>
                  <a:schemeClr val="tx1"/>
                </a:solidFill>
                <a:latin typeface="Arial" charset="0"/>
                <a:ea typeface="+mn-ea"/>
                <a:cs typeface="+mn-cs"/>
              </a:defRPr>
            </a:lvl5pPr>
            <a:lvl6pPr marL="25146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6pPr>
            <a:lvl7pPr marL="29718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7pPr>
            <a:lvl8pPr marL="34290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8pPr>
            <a:lvl9pPr marL="38862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9pPr>
          </a:lstStyle>
          <a:p>
            <a:pPr algn="ctr" eaLnBrk="1" fontAlgn="base" hangingPunct="1">
              <a:spcBef>
                <a:spcPct val="0"/>
              </a:spcBef>
              <a:spcAft>
                <a:spcPct val="0"/>
              </a:spcAft>
            </a:pPr>
            <a:r>
              <a:rPr lang="fr-CA" dirty="0">
                <a:solidFill>
                  <a:srgbClr val="FFFF00"/>
                </a:solidFill>
                <a:cs typeface="Arial" charset="0"/>
              </a:rPr>
              <a:t>http://</a:t>
            </a:r>
            <a:r>
              <a:rPr lang="fr-CA" dirty="0" smtClean="0">
                <a:solidFill>
                  <a:srgbClr val="FFFF00"/>
                </a:solidFill>
                <a:cs typeface="Arial" charset="0"/>
              </a:rPr>
              <a:t>tasktop.com</a:t>
            </a:r>
            <a:endParaRPr lang="en-US" dirty="0" smtClean="0">
              <a:solidFill>
                <a:srgbClr val="FFFF00"/>
              </a:solidFill>
              <a:cs typeface="Arial" charset="0"/>
            </a:endParaRPr>
          </a:p>
        </p:txBody>
      </p:sp>
      <p:grpSp>
        <p:nvGrpSpPr>
          <p:cNvPr id="6" name="Group 5"/>
          <p:cNvGrpSpPr/>
          <p:nvPr/>
        </p:nvGrpSpPr>
        <p:grpSpPr>
          <a:xfrm>
            <a:off x="7757357" y="3860066"/>
            <a:ext cx="4335931" cy="2308722"/>
            <a:chOff x="986827" y="795597"/>
            <a:chExt cx="7170371" cy="3910968"/>
          </a:xfrm>
        </p:grpSpPr>
        <p:sp>
          <p:nvSpPr>
            <p:cNvPr id="7" name="AutoShape 19"/>
            <p:cNvSpPr>
              <a:spLocks noChangeArrowheads="1"/>
            </p:cNvSpPr>
            <p:nvPr/>
          </p:nvSpPr>
          <p:spPr bwMode="auto">
            <a:xfrm>
              <a:off x="986827" y="795597"/>
              <a:ext cx="7170371" cy="2444358"/>
            </a:xfrm>
            <a:prstGeom prst="roundRect">
              <a:avLst>
                <a:gd name="adj" fmla="val 2267"/>
              </a:avLst>
            </a:prstGeom>
            <a:gradFill flip="none" rotWithShape="1">
              <a:gsLst>
                <a:gs pos="100000">
                  <a:srgbClr val="F2F2F2">
                    <a:lumMod val="25000"/>
                    <a:alpha val="0"/>
                  </a:srgbClr>
                </a:gs>
                <a:gs pos="30000">
                  <a:srgbClr val="000000">
                    <a:lumMod val="85000"/>
                    <a:lumOff val="15000"/>
                  </a:srgbClr>
                </a:gs>
              </a:gsLst>
              <a:lin ang="5400000" scaled="1"/>
              <a:tileRect/>
            </a:gradFill>
            <a:ln w="25400" algn="ctr">
              <a:gradFill flip="none" rotWithShape="1">
                <a:gsLst>
                  <a:gs pos="100000">
                    <a:srgbClr val="F2F2F2">
                      <a:lumMod val="90000"/>
                      <a:alpha val="0"/>
                    </a:srgbClr>
                  </a:gs>
                  <a:gs pos="0">
                    <a:srgbClr val="F2F2F2">
                      <a:lumMod val="75000"/>
                    </a:srgbClr>
                  </a:gs>
                </a:gsLst>
                <a:lin ang="5400000" scaled="1"/>
                <a:tileRect/>
              </a:gradFill>
              <a:round/>
              <a:headEnd/>
              <a:tailEnd/>
            </a:ln>
          </p:spPr>
          <p:txBody>
            <a:bodyPr wrap="none" lIns="0" tIns="72000" rIns="0" bIns="0" anchor="t"/>
            <a:lstStyle/>
            <a:p>
              <a:pPr algn="ctr">
                <a:defRPr/>
              </a:pPr>
              <a:r>
                <a:rPr lang="en-CA" sz="1050" b="1" kern="0" dirty="0" smtClean="0">
                  <a:gradFill flip="none" rotWithShape="1">
                    <a:gsLst>
                      <a:gs pos="0">
                        <a:srgbClr val="F2F2F2">
                          <a:lumMod val="75000"/>
                        </a:srgbClr>
                      </a:gs>
                      <a:gs pos="50000">
                        <a:srgbClr val="F2F2F2">
                          <a:lumMod val="90000"/>
                        </a:srgbClr>
                      </a:gs>
                      <a:gs pos="100000">
                        <a:srgbClr val="F2F2F2"/>
                      </a:gs>
                    </a:gsLst>
                    <a:lin ang="16200000" scaled="1"/>
                    <a:tileRect/>
                  </a:gradFill>
                  <a:latin typeface="Century Gothic" pitchFamily="34" charset="0"/>
                </a:rPr>
                <a:t>Application Lifecycle Management</a:t>
              </a:r>
              <a:endParaRPr lang="en-US" sz="1050" b="1" kern="0" dirty="0">
                <a:gradFill flip="none" rotWithShape="1">
                  <a:gsLst>
                    <a:gs pos="0">
                      <a:srgbClr val="F2F2F2">
                        <a:lumMod val="75000"/>
                      </a:srgbClr>
                    </a:gs>
                    <a:gs pos="50000">
                      <a:srgbClr val="F2F2F2">
                        <a:lumMod val="90000"/>
                      </a:srgbClr>
                    </a:gs>
                    <a:gs pos="100000">
                      <a:srgbClr val="F2F2F2"/>
                    </a:gs>
                  </a:gsLst>
                  <a:lin ang="16200000" scaled="1"/>
                  <a:tileRect/>
                </a:gradFill>
                <a:latin typeface="Century Gothic" pitchFamily="34" charset="0"/>
              </a:endParaRPr>
            </a:p>
          </p:txBody>
        </p:sp>
        <p:sp>
          <p:nvSpPr>
            <p:cNvPr id="8" name="AutoShape 19"/>
            <p:cNvSpPr>
              <a:spLocks noChangeArrowheads="1"/>
            </p:cNvSpPr>
            <p:nvPr/>
          </p:nvSpPr>
          <p:spPr bwMode="auto">
            <a:xfrm>
              <a:off x="3449917" y="1500109"/>
              <a:ext cx="2127794" cy="3206456"/>
            </a:xfrm>
            <a:prstGeom prst="roundRect">
              <a:avLst>
                <a:gd name="adj" fmla="val 3651"/>
              </a:avLst>
            </a:prstGeom>
            <a:gradFill flip="none" rotWithShape="1">
              <a:gsLst>
                <a:gs pos="100000">
                  <a:srgbClr val="F2F2F2">
                    <a:lumMod val="25000"/>
                    <a:alpha val="0"/>
                  </a:srgbClr>
                </a:gs>
                <a:gs pos="30000">
                  <a:srgbClr val="000000">
                    <a:lumMod val="85000"/>
                    <a:lumOff val="15000"/>
                  </a:srgbClr>
                </a:gs>
              </a:gsLst>
              <a:lin ang="5400000" scaled="1"/>
              <a:tileRect/>
            </a:gradFill>
            <a:ln w="25400" algn="ctr">
              <a:gradFill flip="none" rotWithShape="1">
                <a:gsLst>
                  <a:gs pos="100000">
                    <a:srgbClr val="F2F2F2">
                      <a:lumMod val="90000"/>
                      <a:alpha val="0"/>
                    </a:srgbClr>
                  </a:gs>
                  <a:gs pos="0">
                    <a:srgbClr val="F2F2F2">
                      <a:lumMod val="75000"/>
                    </a:srgbClr>
                  </a:gs>
                </a:gsLst>
                <a:lin ang="5400000" scaled="1"/>
                <a:tileRect/>
              </a:gradFill>
              <a:round/>
              <a:headEnd/>
              <a:tailEnd/>
            </a:ln>
          </p:spPr>
          <p:txBody>
            <a:bodyPr wrap="none" lIns="0" tIns="72000" rIns="0" bIns="0" anchor="t"/>
            <a:lstStyle/>
            <a:p>
              <a:pPr algn="ctr"/>
              <a:r>
                <a:rPr lang="en-CA" sz="1000" b="1" kern="0" dirty="0">
                  <a:gradFill flip="none" rotWithShape="1">
                    <a:gsLst>
                      <a:gs pos="0">
                        <a:srgbClr val="F2F2F2">
                          <a:lumMod val="75000"/>
                        </a:srgbClr>
                      </a:gs>
                      <a:gs pos="50000">
                        <a:srgbClr val="F2F2F2">
                          <a:lumMod val="90000"/>
                        </a:srgbClr>
                      </a:gs>
                      <a:gs pos="100000">
                        <a:srgbClr val="F2F2F2"/>
                      </a:gs>
                    </a:gsLst>
                    <a:lin ang="16200000" scaled="1"/>
                    <a:tileRect/>
                  </a:gradFill>
                  <a:latin typeface="Century Gothic" pitchFamily="34" charset="0"/>
                </a:rPr>
                <a:t>Agile</a:t>
              </a:r>
              <a:endParaRPr lang="en-US" sz="1000" b="1" kern="0" dirty="0">
                <a:gradFill flip="none" rotWithShape="1">
                  <a:gsLst>
                    <a:gs pos="0">
                      <a:srgbClr val="F2F2F2">
                        <a:lumMod val="75000"/>
                      </a:srgbClr>
                    </a:gs>
                    <a:gs pos="50000">
                      <a:srgbClr val="F2F2F2">
                        <a:lumMod val="90000"/>
                      </a:srgbClr>
                    </a:gs>
                    <a:gs pos="100000">
                      <a:srgbClr val="F2F2F2"/>
                    </a:gs>
                  </a:gsLst>
                  <a:lin ang="16200000" scaled="1"/>
                  <a:tileRect/>
                </a:gradFill>
                <a:latin typeface="Century Gothic" pitchFamily="34" charset="0"/>
              </a:endParaRPr>
            </a:p>
          </p:txBody>
        </p:sp>
        <p:sp>
          <p:nvSpPr>
            <p:cNvPr id="9" name="AutoShape 19"/>
            <p:cNvSpPr>
              <a:spLocks noChangeArrowheads="1"/>
            </p:cNvSpPr>
            <p:nvPr/>
          </p:nvSpPr>
          <p:spPr bwMode="auto">
            <a:xfrm>
              <a:off x="5838902" y="1500109"/>
              <a:ext cx="2127794" cy="3206456"/>
            </a:xfrm>
            <a:prstGeom prst="roundRect">
              <a:avLst>
                <a:gd name="adj" fmla="val 3651"/>
              </a:avLst>
            </a:prstGeom>
            <a:gradFill flip="none" rotWithShape="1">
              <a:gsLst>
                <a:gs pos="100000">
                  <a:srgbClr val="F2F2F2">
                    <a:lumMod val="25000"/>
                    <a:alpha val="0"/>
                  </a:srgbClr>
                </a:gs>
                <a:gs pos="30000">
                  <a:srgbClr val="000000">
                    <a:lumMod val="85000"/>
                    <a:lumOff val="15000"/>
                  </a:srgbClr>
                </a:gs>
              </a:gsLst>
              <a:lin ang="5400000" scaled="1"/>
              <a:tileRect/>
            </a:gradFill>
            <a:ln w="25400" algn="ctr">
              <a:gradFill flip="none" rotWithShape="1">
                <a:gsLst>
                  <a:gs pos="100000">
                    <a:srgbClr val="F2F2F2">
                      <a:lumMod val="90000"/>
                      <a:alpha val="0"/>
                    </a:srgbClr>
                  </a:gs>
                  <a:gs pos="0">
                    <a:srgbClr val="F2F2F2">
                      <a:lumMod val="75000"/>
                    </a:srgbClr>
                  </a:gs>
                </a:gsLst>
                <a:lin ang="5400000" scaled="1"/>
                <a:tileRect/>
              </a:gradFill>
              <a:round/>
              <a:headEnd/>
              <a:tailEnd/>
            </a:ln>
          </p:spPr>
          <p:txBody>
            <a:bodyPr wrap="none" lIns="0" tIns="72000" rIns="0" bIns="0" anchor="t"/>
            <a:lstStyle/>
            <a:p>
              <a:pPr algn="ctr"/>
              <a:r>
                <a:rPr lang="en-CA" sz="1000" b="1" kern="0" dirty="0">
                  <a:gradFill flip="none" rotWithShape="1">
                    <a:gsLst>
                      <a:gs pos="0">
                        <a:srgbClr val="F2F2F2">
                          <a:lumMod val="75000"/>
                        </a:srgbClr>
                      </a:gs>
                      <a:gs pos="50000">
                        <a:srgbClr val="F2F2F2">
                          <a:lumMod val="90000"/>
                        </a:srgbClr>
                      </a:gs>
                      <a:gs pos="100000">
                        <a:srgbClr val="F2F2F2"/>
                      </a:gs>
                    </a:gsLst>
                    <a:lin ang="16200000" scaled="1"/>
                    <a:tileRect/>
                  </a:gradFill>
                  <a:latin typeface="Century Gothic" pitchFamily="34" charset="0"/>
                </a:rPr>
                <a:t>Enterprise</a:t>
              </a:r>
              <a:endParaRPr lang="en-US" sz="1000" b="1" kern="0" dirty="0">
                <a:gradFill flip="none" rotWithShape="1">
                  <a:gsLst>
                    <a:gs pos="0">
                      <a:srgbClr val="F2F2F2">
                        <a:lumMod val="75000"/>
                      </a:srgbClr>
                    </a:gs>
                    <a:gs pos="50000">
                      <a:srgbClr val="F2F2F2">
                        <a:lumMod val="90000"/>
                      </a:srgbClr>
                    </a:gs>
                    <a:gs pos="100000">
                      <a:srgbClr val="F2F2F2"/>
                    </a:gs>
                  </a:gsLst>
                  <a:lin ang="16200000" scaled="1"/>
                  <a:tileRect/>
                </a:gradFill>
                <a:latin typeface="Century Gothic" pitchFamily="34" charset="0"/>
              </a:endParaRPr>
            </a:p>
          </p:txBody>
        </p:sp>
        <p:sp>
          <p:nvSpPr>
            <p:cNvPr id="10" name="AutoShape 19"/>
            <p:cNvSpPr>
              <a:spLocks noChangeArrowheads="1"/>
            </p:cNvSpPr>
            <p:nvPr/>
          </p:nvSpPr>
          <p:spPr bwMode="auto">
            <a:xfrm>
              <a:off x="1182564" y="1500110"/>
              <a:ext cx="2127794" cy="3075709"/>
            </a:xfrm>
            <a:prstGeom prst="roundRect">
              <a:avLst>
                <a:gd name="adj" fmla="val 3651"/>
              </a:avLst>
            </a:prstGeom>
            <a:gradFill flip="none" rotWithShape="1">
              <a:gsLst>
                <a:gs pos="100000">
                  <a:srgbClr val="F2F2F2">
                    <a:lumMod val="25000"/>
                    <a:alpha val="0"/>
                  </a:srgbClr>
                </a:gs>
                <a:gs pos="30000">
                  <a:srgbClr val="000000">
                    <a:lumMod val="85000"/>
                    <a:lumOff val="15000"/>
                  </a:srgbClr>
                </a:gs>
              </a:gsLst>
              <a:lin ang="5400000" scaled="1"/>
              <a:tileRect/>
            </a:gradFill>
            <a:ln w="25400" algn="ctr">
              <a:gradFill flip="none" rotWithShape="1">
                <a:gsLst>
                  <a:gs pos="100000">
                    <a:srgbClr val="F2F2F2">
                      <a:lumMod val="90000"/>
                      <a:alpha val="0"/>
                    </a:srgbClr>
                  </a:gs>
                  <a:gs pos="0">
                    <a:srgbClr val="F2F2F2">
                      <a:lumMod val="75000"/>
                    </a:srgbClr>
                  </a:gs>
                </a:gsLst>
                <a:lin ang="5400000" scaled="1"/>
                <a:tileRect/>
              </a:gradFill>
              <a:round/>
              <a:headEnd/>
              <a:tailEnd/>
            </a:ln>
          </p:spPr>
          <p:txBody>
            <a:bodyPr wrap="none" lIns="0" tIns="72000" rIns="0" bIns="0" anchor="t"/>
            <a:lstStyle/>
            <a:p>
              <a:pPr algn="ctr"/>
              <a:r>
                <a:rPr lang="en-CA" sz="1000" b="1" kern="0" dirty="0">
                  <a:gradFill flip="none" rotWithShape="1">
                    <a:gsLst>
                      <a:gs pos="0">
                        <a:srgbClr val="F2F2F2">
                          <a:lumMod val="75000"/>
                        </a:srgbClr>
                      </a:gs>
                      <a:gs pos="50000">
                        <a:srgbClr val="F2F2F2">
                          <a:lumMod val="90000"/>
                        </a:srgbClr>
                      </a:gs>
                      <a:gs pos="100000">
                        <a:srgbClr val="F2F2F2"/>
                      </a:gs>
                    </a:gsLst>
                    <a:lin ang="16200000" scaled="1"/>
                    <a:tileRect/>
                  </a:gradFill>
                  <a:latin typeface="Century Gothic" pitchFamily="34" charset="0"/>
                </a:rPr>
                <a:t>Open Source</a:t>
              </a:r>
              <a:endParaRPr lang="en-US" sz="1000" b="1" kern="0" dirty="0">
                <a:gradFill flip="none" rotWithShape="1">
                  <a:gsLst>
                    <a:gs pos="0">
                      <a:srgbClr val="F2F2F2">
                        <a:lumMod val="75000"/>
                      </a:srgbClr>
                    </a:gs>
                    <a:gs pos="50000">
                      <a:srgbClr val="F2F2F2">
                        <a:lumMod val="90000"/>
                      </a:srgbClr>
                    </a:gs>
                    <a:gs pos="100000">
                      <a:srgbClr val="F2F2F2"/>
                    </a:gs>
                  </a:gsLst>
                  <a:lin ang="16200000" scaled="1"/>
                  <a:tileRect/>
                </a:gradFill>
                <a:latin typeface="Century Gothic" pitchFamily="34" charset="0"/>
              </a:endParaRPr>
            </a:p>
          </p:txBody>
        </p:sp>
        <p:sp>
          <p:nvSpPr>
            <p:cNvPr id="11" name="AutoShape 19"/>
            <p:cNvSpPr>
              <a:spLocks noChangeArrowheads="1"/>
            </p:cNvSpPr>
            <p:nvPr/>
          </p:nvSpPr>
          <p:spPr bwMode="auto">
            <a:xfrm>
              <a:off x="5966072" y="2716645"/>
              <a:ext cx="1893749" cy="630000"/>
            </a:xfrm>
            <a:prstGeom prst="roundRect">
              <a:avLst>
                <a:gd name="adj" fmla="val 7861"/>
              </a:avLst>
            </a:prstGeom>
            <a:gradFill flip="none" rotWithShape="1">
              <a:gsLst>
                <a:gs pos="64000">
                  <a:srgbClr val="F2F2F2">
                    <a:lumMod val="10000"/>
                  </a:srgbClr>
                </a:gs>
                <a:gs pos="12000">
                  <a:srgbClr val="000000">
                    <a:lumMod val="75000"/>
                    <a:lumOff val="25000"/>
                  </a:srgbClr>
                </a:gs>
              </a:gsLst>
              <a:lin ang="5400000" scaled="1"/>
              <a:tileRect/>
            </a:gradFill>
            <a:ln w="25400" algn="ctr">
              <a:solidFill>
                <a:srgbClr val="8E8E8E"/>
              </a:solidFill>
              <a:round/>
              <a:headEnd/>
              <a:tailEnd/>
            </a:ln>
          </p:spPr>
          <p:txBody>
            <a:bodyPr wrap="none" lIns="324000" tIns="0" anchor="ctr"/>
            <a:lstStyle/>
            <a:p>
              <a:pPr fontAlgn="auto">
                <a:spcBef>
                  <a:spcPts val="0"/>
                </a:spcBef>
                <a:spcAft>
                  <a:spcPts val="0"/>
                </a:spcAft>
              </a:pPr>
              <a:r>
                <a:rPr lang="en-CA" sz="800" b="1" kern="0" dirty="0" smtClean="0">
                  <a:gradFill flip="none" rotWithShape="1">
                    <a:gsLst>
                      <a:gs pos="0">
                        <a:srgbClr val="F2F2F2">
                          <a:lumMod val="75000"/>
                        </a:srgbClr>
                      </a:gs>
                      <a:gs pos="50000">
                        <a:srgbClr val="F2F2F2">
                          <a:lumMod val="90000"/>
                        </a:srgbClr>
                      </a:gs>
                      <a:gs pos="100000">
                        <a:srgbClr val="F2F2F2"/>
                      </a:gs>
                    </a:gsLst>
                    <a:lin ang="16200000" scaled="1"/>
                    <a:tileRect/>
                  </a:gradFill>
                  <a:latin typeface="Century Gothic" pitchFamily="34" charset="0"/>
                </a:rPr>
                <a:t> IBM </a:t>
              </a:r>
              <a:r>
                <a:rPr lang="en-CA" sz="800" b="1" kern="0" dirty="0">
                  <a:gradFill flip="none" rotWithShape="1">
                    <a:gsLst>
                      <a:gs pos="0">
                        <a:srgbClr val="F2F2F2">
                          <a:lumMod val="75000"/>
                        </a:srgbClr>
                      </a:gs>
                      <a:gs pos="50000">
                        <a:srgbClr val="F2F2F2">
                          <a:lumMod val="90000"/>
                        </a:srgbClr>
                      </a:gs>
                      <a:gs pos="100000">
                        <a:srgbClr val="F2F2F2"/>
                      </a:gs>
                    </a:gsLst>
                    <a:lin ang="16200000" scaled="1"/>
                    <a:tileRect/>
                  </a:gradFill>
                  <a:latin typeface="Century Gothic" pitchFamily="34" charset="0"/>
                </a:rPr>
                <a:t>Rational </a:t>
              </a:r>
              <a:br>
                <a:rPr lang="en-CA" sz="800" b="1" kern="0" dirty="0">
                  <a:gradFill flip="none" rotWithShape="1">
                    <a:gsLst>
                      <a:gs pos="0">
                        <a:srgbClr val="F2F2F2">
                          <a:lumMod val="75000"/>
                        </a:srgbClr>
                      </a:gs>
                      <a:gs pos="50000">
                        <a:srgbClr val="F2F2F2">
                          <a:lumMod val="90000"/>
                        </a:srgbClr>
                      </a:gs>
                      <a:gs pos="100000">
                        <a:srgbClr val="F2F2F2"/>
                      </a:gs>
                    </a:gsLst>
                    <a:lin ang="16200000" scaled="1"/>
                    <a:tileRect/>
                  </a:gradFill>
                  <a:latin typeface="Century Gothic" pitchFamily="34" charset="0"/>
                </a:rPr>
              </a:br>
              <a:r>
                <a:rPr lang="en-CA" sz="800" b="1" kern="0" dirty="0" smtClean="0">
                  <a:gradFill flip="none" rotWithShape="1">
                    <a:gsLst>
                      <a:gs pos="0">
                        <a:srgbClr val="F2F2F2">
                          <a:lumMod val="75000"/>
                        </a:srgbClr>
                      </a:gs>
                      <a:gs pos="50000">
                        <a:srgbClr val="F2F2F2">
                          <a:lumMod val="90000"/>
                        </a:srgbClr>
                      </a:gs>
                      <a:gs pos="100000">
                        <a:srgbClr val="F2F2F2"/>
                      </a:gs>
                    </a:gsLst>
                    <a:lin ang="16200000" scaled="1"/>
                    <a:tileRect/>
                  </a:gradFill>
                  <a:latin typeface="Century Gothic" pitchFamily="34" charset="0"/>
                </a:rPr>
                <a:t> Team Concert</a:t>
              </a:r>
              <a:endParaRPr lang="en-CA" sz="800" b="1" kern="0" dirty="0">
                <a:gradFill flip="none" rotWithShape="1">
                  <a:gsLst>
                    <a:gs pos="0">
                      <a:srgbClr val="F2F2F2">
                        <a:lumMod val="75000"/>
                      </a:srgbClr>
                    </a:gs>
                    <a:gs pos="50000">
                      <a:srgbClr val="F2F2F2">
                        <a:lumMod val="90000"/>
                      </a:srgbClr>
                    </a:gs>
                    <a:gs pos="100000">
                      <a:srgbClr val="F2F2F2"/>
                    </a:gs>
                  </a:gsLst>
                  <a:lin ang="16200000" scaled="1"/>
                  <a:tileRect/>
                </a:gradFill>
                <a:latin typeface="Century Gothic" pitchFamily="34" charset="0"/>
              </a:endParaRPr>
            </a:p>
          </p:txBody>
        </p:sp>
        <p:sp>
          <p:nvSpPr>
            <p:cNvPr id="12" name="AutoShape 19"/>
            <p:cNvSpPr>
              <a:spLocks noChangeArrowheads="1"/>
            </p:cNvSpPr>
            <p:nvPr/>
          </p:nvSpPr>
          <p:spPr bwMode="auto">
            <a:xfrm>
              <a:off x="5976203" y="1990700"/>
              <a:ext cx="1893749" cy="630000"/>
            </a:xfrm>
            <a:prstGeom prst="roundRect">
              <a:avLst>
                <a:gd name="adj" fmla="val 7861"/>
              </a:avLst>
            </a:prstGeom>
            <a:gradFill flip="none" rotWithShape="1">
              <a:gsLst>
                <a:gs pos="64000">
                  <a:srgbClr val="F2F2F2">
                    <a:lumMod val="10000"/>
                  </a:srgbClr>
                </a:gs>
                <a:gs pos="12000">
                  <a:srgbClr val="000000">
                    <a:lumMod val="75000"/>
                    <a:lumOff val="25000"/>
                  </a:srgbClr>
                </a:gs>
              </a:gsLst>
              <a:lin ang="5400000" scaled="1"/>
              <a:tileRect/>
            </a:gradFill>
            <a:ln w="25400" algn="ctr">
              <a:solidFill>
                <a:srgbClr val="8E8E8E"/>
              </a:solidFill>
              <a:round/>
              <a:headEnd/>
              <a:tailEnd/>
            </a:ln>
          </p:spPr>
          <p:txBody>
            <a:bodyPr wrap="none" lIns="324000" tIns="0" anchor="ctr"/>
            <a:lstStyle/>
            <a:p>
              <a:pPr fontAlgn="auto">
                <a:spcBef>
                  <a:spcPts val="0"/>
                </a:spcBef>
                <a:spcAft>
                  <a:spcPts val="0"/>
                </a:spcAft>
              </a:pPr>
              <a:r>
                <a:rPr lang="en-CA" sz="800" b="1" kern="0" dirty="0" smtClean="0">
                  <a:gradFill flip="none" rotWithShape="1">
                    <a:gsLst>
                      <a:gs pos="0">
                        <a:srgbClr val="F2F2F2">
                          <a:lumMod val="75000"/>
                        </a:srgbClr>
                      </a:gs>
                      <a:gs pos="50000">
                        <a:srgbClr val="F2F2F2">
                          <a:lumMod val="90000"/>
                        </a:srgbClr>
                      </a:gs>
                      <a:gs pos="100000">
                        <a:srgbClr val="F2F2F2"/>
                      </a:gs>
                    </a:gsLst>
                    <a:lin ang="16200000" scaled="1"/>
                    <a:tileRect/>
                  </a:gradFill>
                  <a:latin typeface="Century Gothic" pitchFamily="34" charset="0"/>
                </a:rPr>
                <a:t> HP </a:t>
              </a:r>
              <a:r>
                <a:rPr lang="en-CA" sz="800" b="1" kern="0" dirty="0">
                  <a:gradFill flip="none" rotWithShape="1">
                    <a:gsLst>
                      <a:gs pos="0">
                        <a:srgbClr val="F2F2F2">
                          <a:lumMod val="75000"/>
                        </a:srgbClr>
                      </a:gs>
                      <a:gs pos="50000">
                        <a:srgbClr val="F2F2F2">
                          <a:lumMod val="90000"/>
                        </a:srgbClr>
                      </a:gs>
                      <a:gs pos="100000">
                        <a:srgbClr val="F2F2F2"/>
                      </a:gs>
                    </a:gsLst>
                    <a:lin ang="16200000" scaled="1"/>
                    <a:tileRect/>
                  </a:gradFill>
                  <a:latin typeface="Century Gothic" pitchFamily="34" charset="0"/>
                </a:rPr>
                <a:t>Quality</a:t>
              </a:r>
              <a:br>
                <a:rPr lang="en-CA" sz="800" b="1" kern="0" dirty="0">
                  <a:gradFill flip="none" rotWithShape="1">
                    <a:gsLst>
                      <a:gs pos="0">
                        <a:srgbClr val="F2F2F2">
                          <a:lumMod val="75000"/>
                        </a:srgbClr>
                      </a:gs>
                      <a:gs pos="50000">
                        <a:srgbClr val="F2F2F2">
                          <a:lumMod val="90000"/>
                        </a:srgbClr>
                      </a:gs>
                      <a:gs pos="100000">
                        <a:srgbClr val="F2F2F2"/>
                      </a:gs>
                    </a:gsLst>
                    <a:lin ang="16200000" scaled="1"/>
                    <a:tileRect/>
                  </a:gradFill>
                  <a:latin typeface="Century Gothic" pitchFamily="34" charset="0"/>
                </a:rPr>
              </a:br>
              <a:r>
                <a:rPr lang="en-CA" sz="800" b="1" kern="0" dirty="0" smtClean="0">
                  <a:gradFill flip="none" rotWithShape="1">
                    <a:gsLst>
                      <a:gs pos="0">
                        <a:srgbClr val="F2F2F2">
                          <a:lumMod val="75000"/>
                        </a:srgbClr>
                      </a:gs>
                      <a:gs pos="50000">
                        <a:srgbClr val="F2F2F2">
                          <a:lumMod val="90000"/>
                        </a:srgbClr>
                      </a:gs>
                      <a:gs pos="100000">
                        <a:srgbClr val="F2F2F2"/>
                      </a:gs>
                    </a:gsLst>
                    <a:lin ang="16200000" scaled="1"/>
                    <a:tileRect/>
                  </a:gradFill>
                  <a:latin typeface="Century Gothic" pitchFamily="34" charset="0"/>
                </a:rPr>
                <a:t> Center</a:t>
              </a:r>
              <a:endParaRPr lang="en-CA" sz="800" b="1" kern="0" dirty="0">
                <a:gradFill flip="none" rotWithShape="1">
                  <a:gsLst>
                    <a:gs pos="0">
                      <a:srgbClr val="F2F2F2">
                        <a:lumMod val="75000"/>
                      </a:srgbClr>
                    </a:gs>
                    <a:gs pos="50000">
                      <a:srgbClr val="F2F2F2">
                        <a:lumMod val="90000"/>
                      </a:srgbClr>
                    </a:gs>
                    <a:gs pos="100000">
                      <a:srgbClr val="F2F2F2"/>
                    </a:gs>
                  </a:gsLst>
                  <a:lin ang="16200000" scaled="1"/>
                  <a:tileRect/>
                </a:gradFill>
                <a:latin typeface="Century Gothic" pitchFamily="34" charset="0"/>
              </a:endParaRPr>
            </a:p>
          </p:txBody>
        </p:sp>
        <p:sp>
          <p:nvSpPr>
            <p:cNvPr id="13" name="AutoShape 19"/>
            <p:cNvSpPr>
              <a:spLocks noChangeArrowheads="1"/>
            </p:cNvSpPr>
            <p:nvPr/>
          </p:nvSpPr>
          <p:spPr bwMode="auto">
            <a:xfrm>
              <a:off x="5966072" y="3443338"/>
              <a:ext cx="1893749" cy="630000"/>
            </a:xfrm>
            <a:prstGeom prst="roundRect">
              <a:avLst>
                <a:gd name="adj" fmla="val 7861"/>
              </a:avLst>
            </a:prstGeom>
            <a:gradFill flip="none" rotWithShape="1">
              <a:gsLst>
                <a:gs pos="64000">
                  <a:srgbClr val="F2F2F2">
                    <a:lumMod val="10000"/>
                  </a:srgbClr>
                </a:gs>
                <a:gs pos="12000">
                  <a:srgbClr val="000000">
                    <a:lumMod val="75000"/>
                    <a:lumOff val="25000"/>
                  </a:srgbClr>
                </a:gs>
              </a:gsLst>
              <a:lin ang="5400000" scaled="1"/>
              <a:tileRect/>
            </a:gradFill>
            <a:ln w="25400" algn="ctr">
              <a:solidFill>
                <a:srgbClr val="8E8E8E"/>
              </a:solidFill>
              <a:round/>
              <a:headEnd/>
              <a:tailEnd/>
            </a:ln>
          </p:spPr>
          <p:txBody>
            <a:bodyPr wrap="none" lIns="324000" tIns="0" anchor="ctr"/>
            <a:lstStyle/>
            <a:p>
              <a:pPr fontAlgn="auto">
                <a:spcBef>
                  <a:spcPts val="0"/>
                </a:spcBef>
                <a:spcAft>
                  <a:spcPts val="0"/>
                </a:spcAft>
              </a:pPr>
              <a:r>
                <a:rPr lang="en-CA" sz="800" b="1" kern="0" dirty="0" smtClean="0">
                  <a:gradFill flip="none" rotWithShape="1">
                    <a:gsLst>
                      <a:gs pos="0">
                        <a:srgbClr val="F2F2F2">
                          <a:lumMod val="75000"/>
                        </a:srgbClr>
                      </a:gs>
                      <a:gs pos="50000">
                        <a:srgbClr val="F2F2F2">
                          <a:lumMod val="90000"/>
                        </a:srgbClr>
                      </a:gs>
                      <a:gs pos="100000">
                        <a:srgbClr val="F2F2F2"/>
                      </a:gs>
                    </a:gsLst>
                    <a:lin ang="16200000" scaled="1"/>
                    <a:tileRect/>
                  </a:gradFill>
                  <a:latin typeface="Century Gothic" pitchFamily="34" charset="0"/>
                </a:rPr>
                <a:t> Microsoft</a:t>
              </a:r>
              <a:endParaRPr lang="en-CA" sz="800" b="1" kern="0" dirty="0">
                <a:gradFill flip="none" rotWithShape="1">
                  <a:gsLst>
                    <a:gs pos="0">
                      <a:srgbClr val="F2F2F2">
                        <a:lumMod val="75000"/>
                      </a:srgbClr>
                    </a:gs>
                    <a:gs pos="50000">
                      <a:srgbClr val="F2F2F2">
                        <a:lumMod val="90000"/>
                      </a:srgbClr>
                    </a:gs>
                    <a:gs pos="100000">
                      <a:srgbClr val="F2F2F2"/>
                    </a:gs>
                  </a:gsLst>
                  <a:lin ang="16200000" scaled="1"/>
                  <a:tileRect/>
                </a:gradFill>
                <a:latin typeface="Century Gothic" pitchFamily="34" charset="0"/>
              </a:endParaRPr>
            </a:p>
            <a:p>
              <a:pPr fontAlgn="auto">
                <a:spcBef>
                  <a:spcPts val="0"/>
                </a:spcBef>
                <a:spcAft>
                  <a:spcPts val="0"/>
                </a:spcAft>
              </a:pPr>
              <a:r>
                <a:rPr lang="en-CA" sz="800" b="1" kern="0" dirty="0" smtClean="0">
                  <a:gradFill flip="none" rotWithShape="1">
                    <a:gsLst>
                      <a:gs pos="0">
                        <a:srgbClr val="F2F2F2">
                          <a:lumMod val="75000"/>
                        </a:srgbClr>
                      </a:gs>
                      <a:gs pos="50000">
                        <a:srgbClr val="F2F2F2">
                          <a:lumMod val="90000"/>
                        </a:srgbClr>
                      </a:gs>
                      <a:gs pos="100000">
                        <a:srgbClr val="F2F2F2"/>
                      </a:gs>
                    </a:gsLst>
                    <a:lin ang="16200000" scaled="1"/>
                    <a:tileRect/>
                  </a:gradFill>
                  <a:latin typeface="Century Gothic" pitchFamily="34" charset="0"/>
                </a:rPr>
                <a:t> TFS</a:t>
              </a:r>
              <a:endParaRPr lang="en-CA" sz="800" b="1" kern="0" dirty="0">
                <a:gradFill flip="none" rotWithShape="1">
                  <a:gsLst>
                    <a:gs pos="0">
                      <a:srgbClr val="F2F2F2">
                        <a:lumMod val="75000"/>
                      </a:srgbClr>
                    </a:gs>
                    <a:gs pos="50000">
                      <a:srgbClr val="F2F2F2">
                        <a:lumMod val="90000"/>
                      </a:srgbClr>
                    </a:gs>
                    <a:gs pos="100000">
                      <a:srgbClr val="F2F2F2"/>
                    </a:gs>
                  </a:gsLst>
                  <a:lin ang="16200000" scaled="1"/>
                  <a:tileRect/>
                </a:gradFill>
                <a:latin typeface="Century Gothic" pitchFamily="34" charset="0"/>
              </a:endParaRPr>
            </a:p>
          </p:txBody>
        </p:sp>
        <p:pic>
          <p:nvPicPr>
            <p:cNvPr id="14" name="Picture 2" descr="http://www.engineering.cornell.edu/diversity/office-diversity-programs/summer-programs/highschool-programs/curie-academy/images/hp_logo.jpg"/>
            <p:cNvPicPr>
              <a:picLocks noChangeArrowheads="1"/>
            </p:cNvPicPr>
            <p:nvPr/>
          </p:nvPicPr>
          <p:blipFill>
            <a:blip r:embed="rId3" cstate="print">
              <a:duotone>
                <a:srgbClr val="00000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6058604" y="2191706"/>
              <a:ext cx="374656" cy="222239"/>
            </a:xfrm>
            <a:prstGeom prst="roundRect">
              <a:avLst>
                <a:gd name="adj" fmla="val 9534"/>
              </a:avLst>
            </a:prstGeom>
            <a:effectLst>
              <a:outerShdw blurRad="76200" dir="13500000" sy="23000" kx="1200000" algn="br" rotWithShape="0">
                <a:prstClr val="black">
                  <a:alpha val="53000"/>
                </a:prstClr>
              </a:outerShdw>
            </a:effectLst>
            <a:extLst>
              <a:ext uri="{909E8E84-426E-40DD-AFC4-6F175D3DCCD1}">
                <a14:hiddenFill xmlns:a14="http://schemas.microsoft.com/office/drawing/2010/main">
                  <a:solidFill>
                    <a:srgbClr val="FFFFFF"/>
                  </a:solidFill>
                </a14:hiddenFill>
              </a:ext>
            </a:extLst>
          </p:spPr>
        </p:pic>
        <p:pic>
          <p:nvPicPr>
            <p:cNvPr id="15" name="Picture 4" descr="C:\Users\Mik Kersten\AppData\Roaming\Tasktop\workspace\.metadata\.mylyn\attachments\taskzilla-https%3A%2F%2Flive.tasktop.com%2Fdev%2Fops\1852\team_concert_icon_large.png"/>
            <p:cNvPicPr>
              <a:picLocks noChangeAspect="1" noChangeArrowheads="1"/>
            </p:cNvPicPr>
            <p:nvPr/>
          </p:nvPicPr>
          <p:blipFill>
            <a:blip r:embed="rId4" cstate="print">
              <a:duotone>
                <a:srgbClr val="00000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6055880" y="2885348"/>
              <a:ext cx="316953" cy="304762"/>
            </a:xfrm>
            <a:prstGeom prst="rect">
              <a:avLst/>
            </a:prstGeom>
            <a:noFill/>
            <a:effectLst/>
            <a:extLst>
              <a:ext uri="{909E8E84-426E-40DD-AFC4-6F175D3DCCD1}">
                <a14:hiddenFill xmlns:a14="http://schemas.microsoft.com/office/drawing/2010/main">
                  <a:solidFill>
                    <a:srgbClr val="FFFFFF"/>
                  </a:solidFill>
                </a14:hiddenFill>
              </a:ext>
            </a:extLst>
          </p:spPr>
        </p:pic>
        <p:grpSp>
          <p:nvGrpSpPr>
            <p:cNvPr id="16" name="Group 15"/>
            <p:cNvGrpSpPr/>
            <p:nvPr/>
          </p:nvGrpSpPr>
          <p:grpSpPr>
            <a:xfrm>
              <a:off x="3566089" y="1990904"/>
              <a:ext cx="1895450" cy="444620"/>
              <a:chOff x="7256507" y="2845047"/>
              <a:chExt cx="1657487" cy="432000"/>
            </a:xfrm>
          </p:grpSpPr>
          <p:sp>
            <p:nvSpPr>
              <p:cNvPr id="42" name="AutoShape 19"/>
              <p:cNvSpPr>
                <a:spLocks noChangeArrowheads="1"/>
              </p:cNvSpPr>
              <p:nvPr/>
            </p:nvSpPr>
            <p:spPr bwMode="auto">
              <a:xfrm>
                <a:off x="7256507" y="2845047"/>
                <a:ext cx="1657487" cy="432000"/>
              </a:xfrm>
              <a:prstGeom prst="roundRect">
                <a:avLst>
                  <a:gd name="adj" fmla="val 7861"/>
                </a:avLst>
              </a:prstGeom>
              <a:gradFill flip="none" rotWithShape="1">
                <a:gsLst>
                  <a:gs pos="64000">
                    <a:srgbClr val="F2F2F2">
                      <a:lumMod val="10000"/>
                    </a:srgbClr>
                  </a:gs>
                  <a:gs pos="12000">
                    <a:srgbClr val="000000">
                      <a:lumMod val="75000"/>
                      <a:lumOff val="25000"/>
                    </a:srgbClr>
                  </a:gs>
                </a:gsLst>
                <a:lin ang="5400000" scaled="1"/>
                <a:tileRect/>
              </a:gradFill>
              <a:ln w="25400" algn="ctr">
                <a:solidFill>
                  <a:srgbClr val="8E8E8E"/>
                </a:solidFill>
                <a:round/>
                <a:headEnd/>
                <a:tailEnd/>
              </a:ln>
            </p:spPr>
            <p:txBody>
              <a:bodyPr wrap="none" lIns="324000" tIns="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800" b="1" i="0" u="none" strike="noStrike" kern="0" cap="none" spc="0" normalizeH="0" baseline="0" noProof="0" dirty="0" smtClean="0">
                    <a:ln>
                      <a:noFill/>
                    </a:ln>
                    <a:gradFill flip="none" rotWithShape="1">
                      <a:gsLst>
                        <a:gs pos="0">
                          <a:srgbClr val="F2F2F2">
                            <a:lumMod val="75000"/>
                          </a:srgbClr>
                        </a:gs>
                        <a:gs pos="50000">
                          <a:srgbClr val="F2F2F2">
                            <a:lumMod val="90000"/>
                          </a:srgbClr>
                        </a:gs>
                        <a:gs pos="100000">
                          <a:srgbClr val="F2F2F2"/>
                        </a:gs>
                      </a:gsLst>
                      <a:lin ang="16200000" scaled="1"/>
                      <a:tileRect/>
                    </a:gradFill>
                    <a:effectLst/>
                    <a:uLnTx/>
                    <a:uFillTx/>
                    <a:latin typeface="Century Gothic" pitchFamily="34" charset="0"/>
                  </a:rPr>
                  <a:t> Rally</a:t>
                </a:r>
              </a:p>
            </p:txBody>
          </p:sp>
          <p:pic>
            <p:nvPicPr>
              <p:cNvPr id="43" name="Picture 49" descr="C:\Dev\bootstrap\docs\media\resources\partners\rally.png"/>
              <p:cNvPicPr>
                <a:picLocks noChangeAspect="1" noChangeArrowheads="1"/>
              </p:cNvPicPr>
              <p:nvPr/>
            </p:nvPicPr>
            <p:blipFill>
              <a:blip r:embed="rId5" cstate="print">
                <a:duotone>
                  <a:srgbClr val="000000">
                    <a:shade val="45000"/>
                    <a:satMod val="135000"/>
                  </a:srgbClr>
                  <a:prstClr val="white"/>
                </a:duotone>
              </a:blip>
              <a:srcRect l="57740" t="10693" r="14435" b="48117"/>
              <a:stretch>
                <a:fillRect/>
              </a:stretch>
            </p:blipFill>
            <p:spPr bwMode="auto">
              <a:xfrm>
                <a:off x="7331777" y="2918693"/>
                <a:ext cx="280044" cy="279825"/>
              </a:xfrm>
              <a:prstGeom prst="roundRect">
                <a:avLst>
                  <a:gd name="adj" fmla="val 9534"/>
                </a:avLst>
              </a:prstGeom>
              <a:effectLst>
                <a:outerShdw blurRad="76200" dir="13500000" sy="23000" kx="1200000" algn="br" rotWithShape="0">
                  <a:prstClr val="black">
                    <a:alpha val="53000"/>
                  </a:prstClr>
                </a:outerShdw>
              </a:effectLst>
            </p:spPr>
          </p:pic>
        </p:grpSp>
        <p:grpSp>
          <p:nvGrpSpPr>
            <p:cNvPr id="17" name="Group 16"/>
            <p:cNvGrpSpPr/>
            <p:nvPr/>
          </p:nvGrpSpPr>
          <p:grpSpPr>
            <a:xfrm>
              <a:off x="3566088" y="3620618"/>
              <a:ext cx="1895450" cy="444620"/>
              <a:chOff x="7256507" y="4564859"/>
              <a:chExt cx="1657487" cy="432000"/>
            </a:xfrm>
          </p:grpSpPr>
          <p:sp>
            <p:nvSpPr>
              <p:cNvPr id="40" name="AutoShape 19"/>
              <p:cNvSpPr>
                <a:spLocks noChangeArrowheads="1"/>
              </p:cNvSpPr>
              <p:nvPr/>
            </p:nvSpPr>
            <p:spPr bwMode="auto">
              <a:xfrm>
                <a:off x="7256507" y="4564859"/>
                <a:ext cx="1657487" cy="432000"/>
              </a:xfrm>
              <a:prstGeom prst="roundRect">
                <a:avLst>
                  <a:gd name="adj" fmla="val 7861"/>
                </a:avLst>
              </a:prstGeom>
              <a:gradFill flip="none" rotWithShape="1">
                <a:gsLst>
                  <a:gs pos="64000">
                    <a:srgbClr val="F2F2F2">
                      <a:lumMod val="10000"/>
                    </a:srgbClr>
                  </a:gs>
                  <a:gs pos="12000">
                    <a:srgbClr val="000000">
                      <a:lumMod val="75000"/>
                      <a:lumOff val="25000"/>
                    </a:srgbClr>
                  </a:gs>
                </a:gsLst>
                <a:lin ang="5400000" scaled="1"/>
                <a:tileRect/>
              </a:gradFill>
              <a:ln w="25400" algn="ctr">
                <a:solidFill>
                  <a:srgbClr val="8E8E8E"/>
                </a:solidFill>
                <a:round/>
                <a:headEnd/>
                <a:tailEnd/>
              </a:ln>
            </p:spPr>
            <p:txBody>
              <a:bodyPr wrap="none" lIns="324000" tIns="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800" b="1" i="0" u="none" strike="noStrike" kern="0" cap="none" spc="0" normalizeH="0" baseline="0" noProof="0" dirty="0" smtClean="0">
                    <a:ln>
                      <a:noFill/>
                    </a:ln>
                    <a:gradFill flip="none" rotWithShape="1">
                      <a:gsLst>
                        <a:gs pos="0">
                          <a:srgbClr val="F2F2F2">
                            <a:lumMod val="75000"/>
                          </a:srgbClr>
                        </a:gs>
                        <a:gs pos="50000">
                          <a:srgbClr val="F2F2F2">
                            <a:lumMod val="90000"/>
                          </a:srgbClr>
                        </a:gs>
                        <a:gs pos="100000">
                          <a:srgbClr val="F2F2F2"/>
                        </a:gs>
                      </a:gsLst>
                      <a:lin ang="16200000" scaled="1"/>
                      <a:tileRect/>
                    </a:gradFill>
                    <a:effectLst/>
                    <a:uLnTx/>
                    <a:uFillTx/>
                    <a:latin typeface="Century Gothic" pitchFamily="34" charset="0"/>
                  </a:rPr>
                  <a:t> Perforce</a:t>
                </a:r>
              </a:p>
            </p:txBody>
          </p:sp>
          <p:pic>
            <p:nvPicPr>
              <p:cNvPr id="41" name="Picture 3" descr="C:\Users\Mik Kersten\AppData\Roaming\Tasktop\workspace\.metadata\.mylyn\attachments\taskzilla-https%3A%2F%2Flive.tasktop.com%2Fdev%2Fops\1852\p4_bigicon_bigger.png"/>
              <p:cNvPicPr>
                <a:picLocks noChangeAspect="1" noChangeArrowheads="1"/>
              </p:cNvPicPr>
              <p:nvPr/>
            </p:nvPicPr>
            <p:blipFill rotWithShape="1">
              <a:blip r:embed="rId6" cstate="print">
                <a:duotone>
                  <a:srgbClr val="000000">
                    <a:shade val="45000"/>
                    <a:satMod val="135000"/>
                  </a:srgbClr>
                  <a:prstClr val="white"/>
                </a:duotone>
                <a:extLst>
                  <a:ext uri="{28A0092B-C50C-407E-A947-70E740481C1C}">
                    <a14:useLocalDpi xmlns:a14="http://schemas.microsoft.com/office/drawing/2010/main" val="0"/>
                  </a:ext>
                </a:extLst>
              </a:blip>
              <a:srcRect b="10313"/>
              <a:stretch/>
            </p:blipFill>
            <p:spPr bwMode="auto">
              <a:xfrm>
                <a:off x="7324637" y="4636629"/>
                <a:ext cx="300302" cy="299257"/>
              </a:xfrm>
              <a:prstGeom prst="rect">
                <a:avLst/>
              </a:prstGeom>
              <a:noFill/>
              <a:effectLst/>
              <a:extLst>
                <a:ext uri="{909E8E84-426E-40DD-AFC4-6F175D3DCCD1}">
                  <a14:hiddenFill xmlns:a14="http://schemas.microsoft.com/office/drawing/2010/main">
                    <a:solidFill>
                      <a:srgbClr val="FFFFFF"/>
                    </a:solidFill>
                  </a14:hiddenFill>
                </a:ext>
              </a:extLst>
            </p:spPr>
          </p:pic>
        </p:grpSp>
        <p:sp>
          <p:nvSpPr>
            <p:cNvPr id="18" name="AutoShape 19"/>
            <p:cNvSpPr>
              <a:spLocks noChangeArrowheads="1"/>
            </p:cNvSpPr>
            <p:nvPr/>
          </p:nvSpPr>
          <p:spPr bwMode="auto">
            <a:xfrm>
              <a:off x="3566089" y="4163855"/>
              <a:ext cx="1895450" cy="293844"/>
            </a:xfrm>
            <a:prstGeom prst="roundRect">
              <a:avLst>
                <a:gd name="adj" fmla="val 7861"/>
              </a:avLst>
            </a:prstGeom>
            <a:gradFill flip="none" rotWithShape="1">
              <a:gsLst>
                <a:gs pos="64000">
                  <a:srgbClr val="F2F2F2">
                    <a:lumMod val="10000"/>
                  </a:srgbClr>
                </a:gs>
                <a:gs pos="12000">
                  <a:srgbClr val="000000">
                    <a:lumMod val="75000"/>
                    <a:lumOff val="25000"/>
                  </a:srgbClr>
                </a:gs>
              </a:gsLst>
              <a:lin ang="5400000" scaled="1"/>
              <a:tileRect/>
            </a:gradFill>
            <a:ln w="25400" algn="ctr">
              <a:solidFill>
                <a:srgbClr val="8E8E8E"/>
              </a:solidFill>
              <a:prstDash val="sysDash"/>
              <a:round/>
              <a:headEnd/>
              <a:tailEnd/>
            </a:ln>
          </p:spPr>
          <p:txBody>
            <a:bodyPr wrap="none" lIns="0" tIns="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CA" sz="800" b="1" i="0" u="none" strike="noStrike" kern="0" cap="none" spc="0" normalizeH="0" baseline="0" noProof="0" dirty="0" smtClean="0">
                  <a:ln>
                    <a:noFill/>
                  </a:ln>
                  <a:gradFill flip="none" rotWithShape="1">
                    <a:gsLst>
                      <a:gs pos="0">
                        <a:srgbClr val="F2F2F2">
                          <a:lumMod val="75000"/>
                        </a:srgbClr>
                      </a:gs>
                      <a:gs pos="50000">
                        <a:srgbClr val="F2F2F2">
                          <a:lumMod val="90000"/>
                        </a:srgbClr>
                      </a:gs>
                      <a:gs pos="100000">
                        <a:srgbClr val="F2F2F2"/>
                      </a:gs>
                    </a:gsLst>
                    <a:lin ang="16200000" scaled="1"/>
                    <a:tileRect/>
                  </a:gradFill>
                  <a:effectLst/>
                  <a:uLnTx/>
                  <a:uFillTx/>
                  <a:latin typeface="Century Gothic" pitchFamily="34" charset="0"/>
                </a:rPr>
                <a:t> …</a:t>
              </a:r>
            </a:p>
          </p:txBody>
        </p:sp>
        <p:grpSp>
          <p:nvGrpSpPr>
            <p:cNvPr id="19" name="Group 18"/>
            <p:cNvGrpSpPr/>
            <p:nvPr/>
          </p:nvGrpSpPr>
          <p:grpSpPr>
            <a:xfrm>
              <a:off x="3566089" y="2534142"/>
              <a:ext cx="1895450" cy="444620"/>
              <a:chOff x="7256507" y="3704953"/>
              <a:chExt cx="1657487" cy="432000"/>
            </a:xfrm>
          </p:grpSpPr>
          <p:sp>
            <p:nvSpPr>
              <p:cNvPr id="38" name="AutoShape 19"/>
              <p:cNvSpPr>
                <a:spLocks noChangeArrowheads="1"/>
              </p:cNvSpPr>
              <p:nvPr/>
            </p:nvSpPr>
            <p:spPr bwMode="auto">
              <a:xfrm>
                <a:off x="7256507" y="3704953"/>
                <a:ext cx="1657487" cy="432000"/>
              </a:xfrm>
              <a:prstGeom prst="roundRect">
                <a:avLst>
                  <a:gd name="adj" fmla="val 7861"/>
                </a:avLst>
              </a:prstGeom>
              <a:gradFill flip="none" rotWithShape="1">
                <a:gsLst>
                  <a:gs pos="64000">
                    <a:srgbClr val="F2F2F2">
                      <a:lumMod val="10000"/>
                    </a:srgbClr>
                  </a:gs>
                  <a:gs pos="12000">
                    <a:srgbClr val="000000">
                      <a:lumMod val="75000"/>
                      <a:lumOff val="25000"/>
                    </a:srgbClr>
                  </a:gs>
                </a:gsLst>
                <a:lin ang="5400000" scaled="1"/>
                <a:tileRect/>
              </a:gradFill>
              <a:ln w="25400" algn="ctr">
                <a:solidFill>
                  <a:srgbClr val="8E8E8E"/>
                </a:solidFill>
                <a:round/>
                <a:headEnd/>
                <a:tailEnd/>
              </a:ln>
            </p:spPr>
            <p:txBody>
              <a:bodyPr wrap="none" lIns="324000" tIns="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800" b="1" i="0" u="none" strike="noStrike" kern="0" cap="none" spc="0" normalizeH="0" baseline="0" noProof="0" dirty="0" smtClean="0">
                    <a:ln>
                      <a:noFill/>
                    </a:ln>
                    <a:gradFill flip="none" rotWithShape="1">
                      <a:gsLst>
                        <a:gs pos="0">
                          <a:srgbClr val="F2F2F2">
                            <a:lumMod val="75000"/>
                          </a:srgbClr>
                        </a:gs>
                        <a:gs pos="50000">
                          <a:srgbClr val="F2F2F2">
                            <a:lumMod val="90000"/>
                          </a:srgbClr>
                        </a:gs>
                        <a:gs pos="100000">
                          <a:srgbClr val="F2F2F2"/>
                        </a:gs>
                      </a:gsLst>
                      <a:lin ang="16200000" scaled="1"/>
                      <a:tileRect/>
                    </a:gradFill>
                    <a:effectLst/>
                    <a:uLnTx/>
                    <a:uFillTx/>
                    <a:latin typeface="Century Gothic" pitchFamily="34" charset="0"/>
                  </a:rPr>
                  <a:t> ThoughtWorks</a:t>
                </a:r>
              </a:p>
            </p:txBody>
          </p:sp>
          <p:pic>
            <p:nvPicPr>
              <p:cNvPr id="39" name="Picture 2"/>
              <p:cNvPicPr>
                <a:picLocks noChangeAspect="1" noChangeArrowheads="1"/>
              </p:cNvPicPr>
              <p:nvPr/>
            </p:nvPicPr>
            <p:blipFill>
              <a:blip r:embed="rId7" cstate="print">
                <a:duotone>
                  <a:srgbClr val="000000">
                    <a:shade val="45000"/>
                    <a:satMod val="135000"/>
                  </a:srgbClr>
                  <a:prstClr val="white"/>
                </a:duotone>
              </a:blip>
              <a:srcRect/>
              <a:stretch>
                <a:fillRect/>
              </a:stretch>
            </p:blipFill>
            <p:spPr bwMode="auto">
              <a:xfrm>
                <a:off x="7324637" y="3769852"/>
                <a:ext cx="313138" cy="295742"/>
              </a:xfrm>
              <a:prstGeom prst="roundRect">
                <a:avLst>
                  <a:gd name="adj" fmla="val 9534"/>
                </a:avLst>
              </a:prstGeom>
              <a:gradFill flip="none" rotWithShape="1">
                <a:gsLst>
                  <a:gs pos="64000">
                    <a:srgbClr val="F2F2F2">
                      <a:lumMod val="10000"/>
                    </a:srgbClr>
                  </a:gs>
                  <a:gs pos="12000">
                    <a:srgbClr val="000000">
                      <a:lumMod val="75000"/>
                      <a:lumOff val="25000"/>
                    </a:srgbClr>
                  </a:gs>
                </a:gsLst>
                <a:lin ang="5400000" scaled="1"/>
                <a:tileRect/>
              </a:gradFill>
              <a:ln w="25400" algn="ctr">
                <a:noFill/>
                <a:round/>
                <a:headEnd/>
                <a:tailEnd/>
              </a:ln>
            </p:spPr>
          </p:pic>
        </p:grpSp>
        <p:grpSp>
          <p:nvGrpSpPr>
            <p:cNvPr id="20" name="Group 19"/>
            <p:cNvGrpSpPr/>
            <p:nvPr/>
          </p:nvGrpSpPr>
          <p:grpSpPr>
            <a:xfrm>
              <a:off x="3566089" y="3077380"/>
              <a:ext cx="1895450" cy="444620"/>
              <a:chOff x="7256507" y="4134906"/>
              <a:chExt cx="1657487" cy="432000"/>
            </a:xfrm>
          </p:grpSpPr>
          <p:sp>
            <p:nvSpPr>
              <p:cNvPr id="36" name="AutoShape 19"/>
              <p:cNvSpPr>
                <a:spLocks noChangeArrowheads="1"/>
              </p:cNvSpPr>
              <p:nvPr/>
            </p:nvSpPr>
            <p:spPr bwMode="auto">
              <a:xfrm>
                <a:off x="7256507" y="4134906"/>
                <a:ext cx="1657487" cy="432000"/>
              </a:xfrm>
              <a:prstGeom prst="roundRect">
                <a:avLst>
                  <a:gd name="adj" fmla="val 7861"/>
                </a:avLst>
              </a:prstGeom>
              <a:gradFill flip="none" rotWithShape="1">
                <a:gsLst>
                  <a:gs pos="64000">
                    <a:srgbClr val="F2F2F2">
                      <a:lumMod val="10000"/>
                    </a:srgbClr>
                  </a:gs>
                  <a:gs pos="12000">
                    <a:srgbClr val="000000">
                      <a:lumMod val="75000"/>
                      <a:lumOff val="25000"/>
                    </a:srgbClr>
                  </a:gs>
                </a:gsLst>
                <a:lin ang="5400000" scaled="1"/>
                <a:tileRect/>
              </a:gradFill>
              <a:ln w="25400" algn="ctr">
                <a:solidFill>
                  <a:srgbClr val="8E8E8E"/>
                </a:solidFill>
                <a:round/>
                <a:headEnd/>
                <a:tailEnd/>
              </a:ln>
            </p:spPr>
            <p:txBody>
              <a:bodyPr wrap="none" lIns="324000" tIns="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800" b="1" i="0" u="none" strike="noStrike" kern="0" cap="none" spc="0" normalizeH="0" baseline="0" noProof="0" dirty="0" smtClean="0">
                    <a:ln>
                      <a:noFill/>
                    </a:ln>
                    <a:gradFill flip="none" rotWithShape="1">
                      <a:gsLst>
                        <a:gs pos="0">
                          <a:srgbClr val="F2F2F2">
                            <a:lumMod val="75000"/>
                          </a:srgbClr>
                        </a:gs>
                        <a:gs pos="50000">
                          <a:srgbClr val="F2F2F2">
                            <a:lumMod val="90000"/>
                          </a:srgbClr>
                        </a:gs>
                        <a:gs pos="100000">
                          <a:srgbClr val="F2F2F2"/>
                        </a:gs>
                      </a:gsLst>
                      <a:lin ang="16200000" scaled="1"/>
                      <a:tileRect/>
                    </a:gradFill>
                    <a:effectLst/>
                    <a:uLnTx/>
                    <a:uFillTx/>
                    <a:latin typeface="Century Gothic" pitchFamily="34" charset="0"/>
                  </a:rPr>
                  <a:t> VersionOne</a:t>
                </a:r>
              </a:p>
            </p:txBody>
          </p:sp>
          <p:pic>
            <p:nvPicPr>
              <p:cNvPr id="37" name="Picture 4" descr="C:\Dev\bootstrap\www-sandbox\assets\images\icons\versionone_small_reflected.png"/>
              <p:cNvPicPr>
                <a:picLocks noChangeAspect="1" noChangeArrowheads="1"/>
              </p:cNvPicPr>
              <p:nvPr/>
            </p:nvPicPr>
            <p:blipFill>
              <a:blip r:embed="rId8">
                <a:duotone>
                  <a:srgbClr val="00000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7324637" y="4201145"/>
                <a:ext cx="293817" cy="303144"/>
              </a:xfrm>
              <a:prstGeom prst="roundRect">
                <a:avLst>
                  <a:gd name="adj" fmla="val 10073"/>
                </a:avLst>
              </a:prstGeom>
              <a:solidFill>
                <a:srgbClr val="FFFFFF"/>
              </a:solidFill>
              <a:effectLst>
                <a:outerShdw blurRad="76200" dir="13500000" sy="23000" kx="1200000" algn="br" rotWithShape="0">
                  <a:prstClr val="black">
                    <a:alpha val="53000"/>
                  </a:prstClr>
                </a:outerShdw>
              </a:effectLst>
            </p:spPr>
          </p:pic>
        </p:grpSp>
        <p:grpSp>
          <p:nvGrpSpPr>
            <p:cNvPr id="21" name="Group 20"/>
            <p:cNvGrpSpPr/>
            <p:nvPr/>
          </p:nvGrpSpPr>
          <p:grpSpPr>
            <a:xfrm>
              <a:off x="1298734" y="2535361"/>
              <a:ext cx="1895450" cy="444620"/>
              <a:chOff x="1298734" y="2481548"/>
              <a:chExt cx="1895450" cy="444620"/>
            </a:xfrm>
          </p:grpSpPr>
          <p:sp>
            <p:nvSpPr>
              <p:cNvPr id="34" name="AutoShape 19"/>
              <p:cNvSpPr>
                <a:spLocks noChangeArrowheads="1"/>
              </p:cNvSpPr>
              <p:nvPr/>
            </p:nvSpPr>
            <p:spPr bwMode="auto">
              <a:xfrm>
                <a:off x="1298734" y="2481548"/>
                <a:ext cx="1895450" cy="444620"/>
              </a:xfrm>
              <a:prstGeom prst="roundRect">
                <a:avLst>
                  <a:gd name="adj" fmla="val 7861"/>
                </a:avLst>
              </a:prstGeom>
              <a:gradFill flip="none" rotWithShape="1">
                <a:gsLst>
                  <a:gs pos="64000">
                    <a:srgbClr val="F2F2F2">
                      <a:lumMod val="10000"/>
                    </a:srgbClr>
                  </a:gs>
                  <a:gs pos="12000">
                    <a:srgbClr val="000000">
                      <a:lumMod val="75000"/>
                      <a:lumOff val="25000"/>
                    </a:srgbClr>
                  </a:gs>
                </a:gsLst>
                <a:lin ang="5400000" scaled="1"/>
                <a:tileRect/>
              </a:gradFill>
              <a:ln w="25400" algn="ctr">
                <a:solidFill>
                  <a:srgbClr val="8E8E8E"/>
                </a:solidFill>
                <a:round/>
                <a:headEnd/>
                <a:tailEnd/>
              </a:ln>
            </p:spPr>
            <p:txBody>
              <a:bodyPr wrap="none" lIns="324000" tIns="0" anchor="ctr"/>
              <a:lstStyle/>
              <a:p>
                <a:pPr fontAlgn="auto">
                  <a:spcBef>
                    <a:spcPts val="0"/>
                  </a:spcBef>
                  <a:spcAft>
                    <a:spcPts val="0"/>
                  </a:spcAft>
                  <a:defRPr/>
                </a:pPr>
                <a:r>
                  <a:rPr lang="en-CA" sz="800" b="1" kern="0" dirty="0" smtClean="0">
                    <a:gradFill flip="none" rotWithShape="1">
                      <a:gsLst>
                        <a:gs pos="0">
                          <a:srgbClr val="F2F2F2">
                            <a:lumMod val="75000"/>
                          </a:srgbClr>
                        </a:gs>
                        <a:gs pos="50000">
                          <a:srgbClr val="F2F2F2">
                            <a:lumMod val="90000"/>
                          </a:srgbClr>
                        </a:gs>
                        <a:gs pos="100000">
                          <a:srgbClr val="F2F2F2"/>
                        </a:gs>
                      </a:gsLst>
                      <a:lin ang="16200000" scaled="1"/>
                      <a:tileRect/>
                    </a:gradFill>
                    <a:latin typeface="Century Gothic" pitchFamily="34" charset="0"/>
                  </a:rPr>
                  <a:t> Bugzilla</a:t>
                </a:r>
              </a:p>
            </p:txBody>
          </p:sp>
          <p:pic>
            <p:nvPicPr>
              <p:cNvPr id="35" name="Picture 34" descr="Untitled-3.png"/>
              <p:cNvPicPr>
                <a:picLocks noChangeAspect="1"/>
              </p:cNvPicPr>
              <p:nvPr/>
            </p:nvPicPr>
            <p:blipFill>
              <a:blip r:embed="rId9" cstate="print">
                <a:duotone>
                  <a:srgbClr val="000000">
                    <a:shade val="45000"/>
                    <a:satMod val="135000"/>
                  </a:srgbClr>
                  <a:prstClr val="white"/>
                </a:duotone>
              </a:blip>
              <a:stretch>
                <a:fillRect/>
              </a:stretch>
            </p:blipFill>
            <p:spPr>
              <a:xfrm>
                <a:off x="1408962" y="2527277"/>
                <a:ext cx="309498" cy="309498"/>
              </a:xfrm>
              <a:prstGeom prst="rect">
                <a:avLst/>
              </a:prstGeom>
              <a:noFill/>
              <a:effectLst/>
            </p:spPr>
          </p:pic>
        </p:grpSp>
        <p:grpSp>
          <p:nvGrpSpPr>
            <p:cNvPr id="22" name="Group 21"/>
            <p:cNvGrpSpPr/>
            <p:nvPr/>
          </p:nvGrpSpPr>
          <p:grpSpPr>
            <a:xfrm>
              <a:off x="1298734" y="3079817"/>
              <a:ext cx="1895450" cy="444620"/>
              <a:chOff x="1298734" y="3003896"/>
              <a:chExt cx="1895450" cy="444620"/>
            </a:xfrm>
          </p:grpSpPr>
          <p:sp>
            <p:nvSpPr>
              <p:cNvPr id="32" name="AutoShape 19"/>
              <p:cNvSpPr>
                <a:spLocks noChangeArrowheads="1"/>
              </p:cNvSpPr>
              <p:nvPr/>
            </p:nvSpPr>
            <p:spPr bwMode="auto">
              <a:xfrm>
                <a:off x="1298734" y="3003896"/>
                <a:ext cx="1895450" cy="444620"/>
              </a:xfrm>
              <a:prstGeom prst="roundRect">
                <a:avLst>
                  <a:gd name="adj" fmla="val 7861"/>
                </a:avLst>
              </a:prstGeom>
              <a:gradFill flip="none" rotWithShape="1">
                <a:gsLst>
                  <a:gs pos="64000">
                    <a:srgbClr val="F2F2F2">
                      <a:lumMod val="10000"/>
                    </a:srgbClr>
                  </a:gs>
                  <a:gs pos="12000">
                    <a:srgbClr val="000000">
                      <a:lumMod val="75000"/>
                      <a:lumOff val="25000"/>
                    </a:srgbClr>
                  </a:gs>
                </a:gsLst>
                <a:lin ang="5400000" scaled="1"/>
                <a:tileRect/>
              </a:gradFill>
              <a:ln w="25400" algn="ctr">
                <a:solidFill>
                  <a:srgbClr val="8E8E8E"/>
                </a:solidFill>
                <a:round/>
                <a:headEnd/>
                <a:tailEnd/>
              </a:ln>
            </p:spPr>
            <p:txBody>
              <a:bodyPr wrap="none" lIns="324000" tIns="0" anchor="ctr"/>
              <a:lstStyle/>
              <a:p>
                <a:pPr fontAlgn="auto">
                  <a:spcBef>
                    <a:spcPts val="0"/>
                  </a:spcBef>
                  <a:spcAft>
                    <a:spcPts val="0"/>
                  </a:spcAft>
                  <a:defRPr/>
                </a:pPr>
                <a:r>
                  <a:rPr lang="en-CA" sz="700" b="1" kern="0" dirty="0" smtClean="0">
                    <a:gradFill flip="none" rotWithShape="1">
                      <a:gsLst>
                        <a:gs pos="0">
                          <a:srgbClr val="F2F2F2">
                            <a:lumMod val="75000"/>
                          </a:srgbClr>
                        </a:gs>
                        <a:gs pos="50000">
                          <a:srgbClr val="F2F2F2">
                            <a:lumMod val="90000"/>
                          </a:srgbClr>
                        </a:gs>
                        <a:gs pos="100000">
                          <a:srgbClr val="F2F2F2"/>
                        </a:gs>
                      </a:gsLst>
                      <a:lin ang="16200000" scaled="1"/>
                      <a:tileRect/>
                    </a:gradFill>
                    <a:latin typeface="Century Gothic" pitchFamily="34" charset="0"/>
                  </a:rPr>
                  <a:t> </a:t>
                </a:r>
                <a:r>
                  <a:rPr lang="en-CA" sz="800" b="1" kern="0" dirty="0" smtClean="0">
                    <a:gradFill flip="none" rotWithShape="1">
                      <a:gsLst>
                        <a:gs pos="0">
                          <a:srgbClr val="F2F2F2">
                            <a:lumMod val="75000"/>
                          </a:srgbClr>
                        </a:gs>
                        <a:gs pos="50000">
                          <a:srgbClr val="F2F2F2">
                            <a:lumMod val="90000"/>
                          </a:srgbClr>
                        </a:gs>
                        <a:gs pos="100000">
                          <a:srgbClr val="F2F2F2"/>
                        </a:gs>
                      </a:gsLst>
                      <a:lin ang="16200000" scaled="1"/>
                      <a:tileRect/>
                    </a:gradFill>
                    <a:latin typeface="Century Gothic" pitchFamily="34" charset="0"/>
                  </a:rPr>
                  <a:t>Hudson</a:t>
                </a:r>
              </a:p>
            </p:txBody>
          </p:sp>
          <p:pic>
            <p:nvPicPr>
              <p:cNvPr id="33" name="Picture 2" descr="http://test.ical.ly/wp-content/uploads/2010/05/Hudson-CI.jpg"/>
              <p:cNvPicPr>
                <a:picLocks noChangeAspect="1" noChangeArrowheads="1"/>
              </p:cNvPicPr>
              <p:nvPr/>
            </p:nvPicPr>
            <p:blipFill>
              <a:blip r:embed="rId10" cstate="print">
                <a:duotone>
                  <a:srgbClr val="00000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1408962" y="3061690"/>
                <a:ext cx="308236" cy="308236"/>
              </a:xfrm>
              <a:prstGeom prst="roundRect">
                <a:avLst>
                  <a:gd name="adj" fmla="val 9534"/>
                </a:avLst>
              </a:prstGeom>
              <a:gradFill flip="none" rotWithShape="1">
                <a:gsLst>
                  <a:gs pos="64000">
                    <a:srgbClr val="F2F2F2">
                      <a:lumMod val="10000"/>
                    </a:srgbClr>
                  </a:gs>
                  <a:gs pos="12000">
                    <a:srgbClr val="000000">
                      <a:lumMod val="75000"/>
                      <a:lumOff val="25000"/>
                    </a:srgbClr>
                  </a:gs>
                </a:gsLst>
                <a:lin ang="5400000" scaled="1"/>
                <a:tileRect/>
              </a:gradFill>
              <a:ln w="25400" algn="ctr">
                <a:noFill/>
                <a:round/>
                <a:headEnd/>
                <a:tailEnd/>
              </a:ln>
              <a:extLst/>
            </p:spPr>
          </p:pic>
        </p:grpSp>
        <p:grpSp>
          <p:nvGrpSpPr>
            <p:cNvPr id="23" name="Group 22"/>
            <p:cNvGrpSpPr/>
            <p:nvPr/>
          </p:nvGrpSpPr>
          <p:grpSpPr>
            <a:xfrm>
              <a:off x="1298732" y="3624273"/>
              <a:ext cx="1895450" cy="444620"/>
              <a:chOff x="1298732" y="3526241"/>
              <a:chExt cx="1895450" cy="444620"/>
            </a:xfrm>
          </p:grpSpPr>
          <p:sp>
            <p:nvSpPr>
              <p:cNvPr id="30" name="AutoShape 19"/>
              <p:cNvSpPr>
                <a:spLocks noChangeArrowheads="1"/>
              </p:cNvSpPr>
              <p:nvPr/>
            </p:nvSpPr>
            <p:spPr bwMode="auto">
              <a:xfrm>
                <a:off x="1298732" y="3526241"/>
                <a:ext cx="1895450" cy="444620"/>
              </a:xfrm>
              <a:prstGeom prst="roundRect">
                <a:avLst>
                  <a:gd name="adj" fmla="val 7861"/>
                </a:avLst>
              </a:prstGeom>
              <a:gradFill flip="none" rotWithShape="1">
                <a:gsLst>
                  <a:gs pos="64000">
                    <a:srgbClr val="F2F2F2">
                      <a:lumMod val="10000"/>
                    </a:srgbClr>
                  </a:gs>
                  <a:gs pos="12000">
                    <a:srgbClr val="000000">
                      <a:lumMod val="75000"/>
                      <a:lumOff val="25000"/>
                    </a:srgbClr>
                  </a:gs>
                </a:gsLst>
                <a:lin ang="5400000" scaled="1"/>
                <a:tileRect/>
              </a:gradFill>
              <a:ln w="25400" algn="ctr">
                <a:solidFill>
                  <a:srgbClr val="8E8E8E"/>
                </a:solidFill>
                <a:round/>
                <a:headEnd/>
                <a:tailEnd/>
              </a:ln>
            </p:spPr>
            <p:txBody>
              <a:bodyPr wrap="none" lIns="324000" tIns="0" anchor="ctr"/>
              <a:lstStyle/>
              <a:p>
                <a:pPr fontAlgn="auto">
                  <a:spcBef>
                    <a:spcPts val="0"/>
                  </a:spcBef>
                  <a:spcAft>
                    <a:spcPts val="0"/>
                  </a:spcAft>
                  <a:defRPr/>
                </a:pPr>
                <a:r>
                  <a:rPr lang="en-CA" sz="800" b="1" kern="0" dirty="0" smtClean="0">
                    <a:gradFill flip="none" rotWithShape="1">
                      <a:gsLst>
                        <a:gs pos="0">
                          <a:srgbClr val="F2F2F2">
                            <a:lumMod val="75000"/>
                          </a:srgbClr>
                        </a:gs>
                        <a:gs pos="50000">
                          <a:srgbClr val="F2F2F2">
                            <a:lumMod val="90000"/>
                          </a:srgbClr>
                        </a:gs>
                        <a:gs pos="100000">
                          <a:srgbClr val="F2F2F2"/>
                        </a:gs>
                      </a:gsLst>
                      <a:lin ang="16200000" scaled="1"/>
                      <a:tileRect/>
                    </a:gradFill>
                    <a:latin typeface="Century Gothic" pitchFamily="34" charset="0"/>
                  </a:rPr>
                  <a:t>Git</a:t>
                </a:r>
              </a:p>
            </p:txBody>
          </p:sp>
          <p:pic>
            <p:nvPicPr>
              <p:cNvPr id="31" name="Picture 5"/>
              <p:cNvPicPr>
                <a:picLocks noChangeAspect="1" noChangeArrowheads="1"/>
              </p:cNvPicPr>
              <p:nvPr/>
            </p:nvPicPr>
            <p:blipFill>
              <a:blip r:embed="rId11" cstate="print">
                <a:duotone>
                  <a:srgbClr val="00000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1407013" y="3594787"/>
                <a:ext cx="308251" cy="308251"/>
              </a:xfrm>
              <a:prstGeom prst="roundRect">
                <a:avLst>
                  <a:gd name="adj" fmla="val 9534"/>
                </a:avLst>
              </a:prstGeom>
              <a:gradFill flip="none" rotWithShape="1">
                <a:gsLst>
                  <a:gs pos="64000">
                    <a:srgbClr val="F2F2F2">
                      <a:lumMod val="10000"/>
                    </a:srgbClr>
                  </a:gs>
                  <a:gs pos="12000">
                    <a:srgbClr val="000000">
                      <a:lumMod val="75000"/>
                      <a:lumOff val="25000"/>
                    </a:srgbClr>
                  </a:gs>
                </a:gsLst>
                <a:lin ang="5400000" scaled="1"/>
                <a:tileRect/>
              </a:gradFill>
              <a:ln w="25400" algn="ctr">
                <a:noFill/>
                <a:round/>
                <a:headEnd/>
                <a:tailEnd/>
              </a:ln>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pic>
          <p:nvPicPr>
            <p:cNvPr id="24" name="Picture 9" descr="http://blog.acend.com/Portals/32699/images/VisualStudioLogo%5B1%5D.jpg"/>
            <p:cNvPicPr>
              <a:picLocks noChangeAspect="1" noChangeArrowheads="1"/>
            </p:cNvPicPr>
            <p:nvPr/>
          </p:nvPicPr>
          <p:blipFill>
            <a:blip r:embed="rId12" cstate="print">
              <a:duotone>
                <a:srgbClr val="00000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6062538" y="3614436"/>
              <a:ext cx="333922" cy="209772"/>
            </a:xfrm>
            <a:prstGeom prst="roundRect">
              <a:avLst>
                <a:gd name="adj" fmla="val 9534"/>
              </a:avLst>
            </a:prstGeom>
            <a:effectLst>
              <a:outerShdw blurRad="76200" dir="13500000" sy="23000" kx="1200000" algn="br" rotWithShape="0">
                <a:prstClr val="black">
                  <a:alpha val="53000"/>
                </a:prstClr>
              </a:outerShdw>
            </a:effectLst>
            <a:extLst>
              <a:ext uri="{909E8E84-426E-40DD-AFC4-6F175D3DCCD1}">
                <a14:hiddenFill xmlns:a14="http://schemas.microsoft.com/office/drawing/2010/main">
                  <a:solidFill>
                    <a:srgbClr val="FFFFFF"/>
                  </a:solidFill>
                </a14:hiddenFill>
              </a:ext>
            </a:extLst>
          </p:spPr>
        </p:pic>
        <p:grpSp>
          <p:nvGrpSpPr>
            <p:cNvPr id="25" name="Group 24"/>
            <p:cNvGrpSpPr/>
            <p:nvPr/>
          </p:nvGrpSpPr>
          <p:grpSpPr>
            <a:xfrm>
              <a:off x="1298747" y="1990907"/>
              <a:ext cx="1895449" cy="444618"/>
              <a:chOff x="1298747" y="1958251"/>
              <a:chExt cx="1895449" cy="444618"/>
            </a:xfrm>
          </p:grpSpPr>
          <p:sp>
            <p:nvSpPr>
              <p:cNvPr id="28" name="AutoShape 19"/>
              <p:cNvSpPr>
                <a:spLocks noChangeArrowheads="1"/>
              </p:cNvSpPr>
              <p:nvPr/>
            </p:nvSpPr>
            <p:spPr bwMode="auto">
              <a:xfrm>
                <a:off x="1298747" y="1958251"/>
                <a:ext cx="1895449" cy="444618"/>
              </a:xfrm>
              <a:prstGeom prst="roundRect">
                <a:avLst>
                  <a:gd name="adj" fmla="val 7861"/>
                </a:avLst>
              </a:prstGeom>
              <a:gradFill flip="none" rotWithShape="1">
                <a:gsLst>
                  <a:gs pos="64000">
                    <a:srgbClr val="F2F2F2">
                      <a:lumMod val="10000"/>
                    </a:srgbClr>
                  </a:gs>
                  <a:gs pos="12000">
                    <a:srgbClr val="000000">
                      <a:lumMod val="75000"/>
                      <a:lumOff val="25000"/>
                    </a:srgbClr>
                  </a:gs>
                </a:gsLst>
                <a:lin ang="5400000" scaled="1"/>
                <a:tileRect/>
              </a:gradFill>
              <a:ln w="25400" algn="ctr">
                <a:solidFill>
                  <a:srgbClr val="8E8E8E"/>
                </a:solidFill>
                <a:round/>
                <a:headEnd/>
                <a:tailEnd/>
              </a:ln>
            </p:spPr>
            <p:txBody>
              <a:bodyPr wrap="none" lIns="324000" tIns="0" anchor="ctr"/>
              <a:lstStyle/>
              <a:p>
                <a:pPr fontAlgn="auto">
                  <a:spcBef>
                    <a:spcPts val="0"/>
                  </a:spcBef>
                  <a:spcAft>
                    <a:spcPts val="0"/>
                  </a:spcAft>
                </a:pPr>
                <a:r>
                  <a:rPr lang="en-CA" sz="800" b="1" kern="0" dirty="0" smtClean="0">
                    <a:gradFill flip="none" rotWithShape="1">
                      <a:gsLst>
                        <a:gs pos="0">
                          <a:srgbClr val="F2F2F2">
                            <a:lumMod val="75000"/>
                          </a:srgbClr>
                        </a:gs>
                        <a:gs pos="50000">
                          <a:srgbClr val="F2F2F2">
                            <a:lumMod val="90000"/>
                          </a:srgbClr>
                        </a:gs>
                        <a:gs pos="100000">
                          <a:srgbClr val="F2F2F2"/>
                        </a:gs>
                      </a:gsLst>
                      <a:lin ang="16200000" scaled="1"/>
                      <a:tileRect/>
                    </a:gradFill>
                    <a:latin typeface="Century Gothic" pitchFamily="34" charset="0"/>
                  </a:rPr>
                  <a:t> Subversion</a:t>
                </a:r>
                <a:endParaRPr lang="en-CA" sz="800" b="1" kern="0" dirty="0">
                  <a:gradFill flip="none" rotWithShape="1">
                    <a:gsLst>
                      <a:gs pos="0">
                        <a:srgbClr val="F2F2F2">
                          <a:lumMod val="75000"/>
                        </a:srgbClr>
                      </a:gs>
                      <a:gs pos="50000">
                        <a:srgbClr val="F2F2F2">
                          <a:lumMod val="90000"/>
                        </a:srgbClr>
                      </a:gs>
                      <a:gs pos="100000">
                        <a:srgbClr val="F2F2F2"/>
                      </a:gs>
                    </a:gsLst>
                    <a:lin ang="16200000" scaled="1"/>
                    <a:tileRect/>
                  </a:gradFill>
                  <a:latin typeface="Century Gothic" pitchFamily="34" charset="0"/>
                </a:endParaRPr>
              </a:p>
            </p:txBody>
          </p:sp>
          <p:pic>
            <p:nvPicPr>
              <p:cNvPr id="29" name="Picture 28" descr="Untitled-1.png"/>
              <p:cNvPicPr>
                <a:picLocks noChangeAspect="1"/>
              </p:cNvPicPr>
              <p:nvPr/>
            </p:nvPicPr>
            <p:blipFill>
              <a:blip r:embed="rId13" cstate="print">
                <a:duotone>
                  <a:srgbClr val="000000">
                    <a:shade val="45000"/>
                    <a:satMod val="135000"/>
                  </a:srgbClr>
                  <a:prstClr val="white"/>
                </a:duotone>
                <a:extLst/>
              </a:blip>
              <a:stretch>
                <a:fillRect/>
              </a:stretch>
            </p:blipFill>
            <p:spPr>
              <a:xfrm>
                <a:off x="1394016" y="2010270"/>
                <a:ext cx="339840" cy="339840"/>
              </a:xfrm>
              <a:prstGeom prst="rect">
                <a:avLst/>
              </a:prstGeom>
              <a:noFill/>
              <a:effectLst/>
            </p:spPr>
          </p:pic>
        </p:grpSp>
        <p:sp>
          <p:nvSpPr>
            <p:cNvPr id="26" name="AutoShape 19"/>
            <p:cNvSpPr>
              <a:spLocks noChangeArrowheads="1"/>
            </p:cNvSpPr>
            <p:nvPr/>
          </p:nvSpPr>
          <p:spPr bwMode="auto">
            <a:xfrm>
              <a:off x="1298747" y="4168728"/>
              <a:ext cx="1895450" cy="293844"/>
            </a:xfrm>
            <a:prstGeom prst="roundRect">
              <a:avLst>
                <a:gd name="adj" fmla="val 7861"/>
              </a:avLst>
            </a:prstGeom>
            <a:gradFill flip="none" rotWithShape="1">
              <a:gsLst>
                <a:gs pos="64000">
                  <a:srgbClr val="F2F2F2">
                    <a:lumMod val="10000"/>
                  </a:srgbClr>
                </a:gs>
                <a:gs pos="12000">
                  <a:srgbClr val="000000">
                    <a:lumMod val="75000"/>
                    <a:lumOff val="25000"/>
                  </a:srgbClr>
                </a:gs>
              </a:gsLst>
              <a:lin ang="5400000" scaled="1"/>
              <a:tileRect/>
            </a:gradFill>
            <a:ln w="25400" algn="ctr">
              <a:solidFill>
                <a:srgbClr val="8E8E8E"/>
              </a:solidFill>
              <a:prstDash val="sysDash"/>
              <a:round/>
              <a:headEnd/>
              <a:tailEnd/>
            </a:ln>
          </p:spPr>
          <p:txBody>
            <a:bodyPr wrap="none" lIns="0" tIns="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CA" sz="800" b="1" i="0" u="none" strike="noStrike" kern="0" cap="none" spc="0" normalizeH="0" baseline="0" noProof="0" dirty="0" smtClean="0">
                  <a:ln>
                    <a:noFill/>
                  </a:ln>
                  <a:gradFill flip="none" rotWithShape="1">
                    <a:gsLst>
                      <a:gs pos="0">
                        <a:srgbClr val="F2F2F2">
                          <a:lumMod val="75000"/>
                        </a:srgbClr>
                      </a:gs>
                      <a:gs pos="50000">
                        <a:srgbClr val="F2F2F2">
                          <a:lumMod val="90000"/>
                        </a:srgbClr>
                      </a:gs>
                      <a:gs pos="100000">
                        <a:srgbClr val="F2F2F2"/>
                      </a:gs>
                    </a:gsLst>
                    <a:lin ang="16200000" scaled="1"/>
                    <a:tileRect/>
                  </a:gradFill>
                  <a:effectLst/>
                  <a:uLnTx/>
                  <a:uFillTx/>
                  <a:latin typeface="Century Gothic" pitchFamily="34" charset="0"/>
                </a:rPr>
                <a:t> …</a:t>
              </a:r>
            </a:p>
          </p:txBody>
        </p:sp>
        <p:sp>
          <p:nvSpPr>
            <p:cNvPr id="27" name="AutoShape 19"/>
            <p:cNvSpPr>
              <a:spLocks noChangeArrowheads="1"/>
            </p:cNvSpPr>
            <p:nvPr/>
          </p:nvSpPr>
          <p:spPr bwMode="auto">
            <a:xfrm>
              <a:off x="5955074" y="4163855"/>
              <a:ext cx="1895450" cy="293844"/>
            </a:xfrm>
            <a:prstGeom prst="roundRect">
              <a:avLst>
                <a:gd name="adj" fmla="val 7861"/>
              </a:avLst>
            </a:prstGeom>
            <a:gradFill flip="none" rotWithShape="1">
              <a:gsLst>
                <a:gs pos="64000">
                  <a:srgbClr val="F2F2F2">
                    <a:lumMod val="10000"/>
                  </a:srgbClr>
                </a:gs>
                <a:gs pos="12000">
                  <a:srgbClr val="000000">
                    <a:lumMod val="75000"/>
                    <a:lumOff val="25000"/>
                  </a:srgbClr>
                </a:gs>
              </a:gsLst>
              <a:lin ang="5400000" scaled="1"/>
              <a:tileRect/>
            </a:gradFill>
            <a:ln w="25400" algn="ctr">
              <a:solidFill>
                <a:srgbClr val="8E8E8E"/>
              </a:solidFill>
              <a:prstDash val="sysDash"/>
              <a:round/>
              <a:headEnd/>
              <a:tailEnd/>
            </a:ln>
          </p:spPr>
          <p:txBody>
            <a:bodyPr wrap="none" lIns="0" tIns="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CA" sz="800" b="1" i="0" u="none" strike="noStrike" kern="0" cap="none" spc="0" normalizeH="0" baseline="0" noProof="0" dirty="0" smtClean="0">
                  <a:ln>
                    <a:noFill/>
                  </a:ln>
                  <a:gradFill flip="none" rotWithShape="1">
                    <a:gsLst>
                      <a:gs pos="0">
                        <a:srgbClr val="F2F2F2">
                          <a:lumMod val="75000"/>
                        </a:srgbClr>
                      </a:gs>
                      <a:gs pos="50000">
                        <a:srgbClr val="F2F2F2">
                          <a:lumMod val="90000"/>
                        </a:srgbClr>
                      </a:gs>
                      <a:gs pos="100000">
                        <a:srgbClr val="F2F2F2"/>
                      </a:gs>
                    </a:gsLst>
                    <a:lin ang="16200000" scaled="1"/>
                    <a:tileRect/>
                  </a:gradFill>
                  <a:effectLst/>
                  <a:uLnTx/>
                  <a:uFillTx/>
                  <a:latin typeface="Century Gothic" pitchFamily="34" charset="0"/>
                </a:rPr>
                <a:t> …</a:t>
              </a:r>
            </a:p>
          </p:txBody>
        </p:sp>
      </p:grpSp>
    </p:spTree>
    <p:extLst>
      <p:ext uri="{BB962C8B-B14F-4D97-AF65-F5344CB8AC3E}">
        <p14:creationId xmlns:p14="http://schemas.microsoft.com/office/powerpoint/2010/main" val="3280578194"/>
      </p:ext>
    </p:extLst>
  </p:cSld>
  <p:clrMapOvr>
    <a:masterClrMapping/>
  </p:clrMapOvr>
  <p:transition>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75966" y="228600"/>
            <a:ext cx="8992160" cy="616087"/>
          </a:xfrm>
        </p:spPr>
        <p:txBody>
          <a:bodyPr/>
          <a:lstStyle/>
          <a:p>
            <a:r>
              <a:rPr lang="en-US" dirty="0" smtClean="0"/>
              <a:t>’s TFS Connector</a:t>
            </a:r>
            <a:endParaRPr lang="en-US" dirty="0"/>
          </a:p>
        </p:txBody>
      </p:sp>
      <p:sp>
        <p:nvSpPr>
          <p:cNvPr id="3" name="Text Placeholder 2"/>
          <p:cNvSpPr>
            <a:spLocks noGrp="1"/>
          </p:cNvSpPr>
          <p:nvPr>
            <p:ph type="body" sz="quarter" idx="10"/>
          </p:nvPr>
        </p:nvSpPr>
        <p:spPr>
          <a:xfrm>
            <a:off x="519112" y="1447799"/>
            <a:ext cx="11149013" cy="2068259"/>
          </a:xfrm>
        </p:spPr>
        <p:txBody>
          <a:bodyPr/>
          <a:lstStyle/>
          <a:p>
            <a:r>
              <a:rPr lang="en-US" dirty="0" smtClean="0"/>
              <a:t>Access TFS work items from Mylyn task list within Eclipse</a:t>
            </a:r>
          </a:p>
          <a:p>
            <a:pPr lvl="1"/>
            <a:r>
              <a:rPr lang="en-US" dirty="0" smtClean="0"/>
              <a:t>Supports offline access</a:t>
            </a:r>
          </a:p>
          <a:p>
            <a:r>
              <a:rPr lang="en-US" dirty="0" smtClean="0"/>
              <a:t>Deep integration builds on Team Explorer Everywhere</a:t>
            </a:r>
          </a:p>
          <a:p>
            <a:r>
              <a:rPr lang="en-US" dirty="0" smtClean="0"/>
              <a:t>Task-focused desktop drives 50-100% productivity gains</a:t>
            </a:r>
          </a:p>
        </p:txBody>
      </p:sp>
      <p:pic>
        <p:nvPicPr>
          <p:cNvPr id="4" name="Picture 3" descr="C:\Users\Mik Kersten\Desktop\tasktop-whit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474" y="248063"/>
            <a:ext cx="2386496" cy="596624"/>
          </a:xfrm>
          <a:prstGeom prst="rect">
            <a:avLst/>
          </a:prstGeom>
          <a:noFill/>
          <a:extLst>
            <a:ext uri="{909E8E84-426E-40DD-AFC4-6F175D3DCCD1}">
              <a14:hiddenFill xmlns:a14="http://schemas.microsoft.com/office/drawing/2010/main">
                <a:solidFill>
                  <a:srgbClr val="FFFFFF"/>
                </a:solidFill>
              </a14:hiddenFill>
            </a:ext>
          </a:extLst>
        </p:spPr>
      </p:pic>
      <p:sp>
        <p:nvSpPr>
          <p:cNvPr id="6" name="Espace réservé du pied de page 4"/>
          <p:cNvSpPr txBox="1">
            <a:spLocks/>
          </p:cNvSpPr>
          <p:nvPr/>
        </p:nvSpPr>
        <p:spPr bwMode="auto">
          <a:xfrm>
            <a:off x="10024941" y="6233531"/>
            <a:ext cx="1826871" cy="57874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363" rtl="0" eaLnBrk="0" latinLnBrk="0" hangingPunct="0">
              <a:defRPr sz="1800" kern="1200">
                <a:solidFill>
                  <a:schemeClr val="tx1"/>
                </a:solidFill>
                <a:latin typeface="Arial" charset="0"/>
                <a:ea typeface="+mn-ea"/>
                <a:cs typeface="+mn-cs"/>
              </a:defRPr>
            </a:lvl1pPr>
            <a:lvl2pPr marL="742950" indent="-285750" algn="l" defTabSz="914363" rtl="0" eaLnBrk="0" latinLnBrk="0" hangingPunct="0">
              <a:defRPr sz="1800" kern="1200">
                <a:solidFill>
                  <a:schemeClr val="tx1"/>
                </a:solidFill>
                <a:latin typeface="Arial" charset="0"/>
                <a:ea typeface="+mn-ea"/>
                <a:cs typeface="+mn-cs"/>
              </a:defRPr>
            </a:lvl2pPr>
            <a:lvl3pPr marL="1143000" indent="-228600" algn="l" defTabSz="914363" rtl="0" eaLnBrk="0" latinLnBrk="0" hangingPunct="0">
              <a:defRPr sz="1800" kern="1200">
                <a:solidFill>
                  <a:schemeClr val="tx1"/>
                </a:solidFill>
                <a:latin typeface="Arial" charset="0"/>
                <a:ea typeface="+mn-ea"/>
                <a:cs typeface="+mn-cs"/>
              </a:defRPr>
            </a:lvl3pPr>
            <a:lvl4pPr marL="1600200" indent="-228600" algn="l" defTabSz="914363" rtl="0" eaLnBrk="0" latinLnBrk="0" hangingPunct="0">
              <a:defRPr sz="1800" kern="1200">
                <a:solidFill>
                  <a:schemeClr val="tx1"/>
                </a:solidFill>
                <a:latin typeface="Arial" charset="0"/>
                <a:ea typeface="+mn-ea"/>
                <a:cs typeface="+mn-cs"/>
              </a:defRPr>
            </a:lvl4pPr>
            <a:lvl5pPr marL="2057400" indent="-228600" algn="l" defTabSz="914363" rtl="0" eaLnBrk="0" latinLnBrk="0" hangingPunct="0">
              <a:defRPr sz="1800" kern="1200">
                <a:solidFill>
                  <a:schemeClr val="tx1"/>
                </a:solidFill>
                <a:latin typeface="Arial" charset="0"/>
                <a:ea typeface="+mn-ea"/>
                <a:cs typeface="+mn-cs"/>
              </a:defRPr>
            </a:lvl5pPr>
            <a:lvl6pPr marL="25146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6pPr>
            <a:lvl7pPr marL="29718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7pPr>
            <a:lvl8pPr marL="34290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8pPr>
            <a:lvl9pPr marL="38862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9pPr>
          </a:lstStyle>
          <a:p>
            <a:pPr algn="r" eaLnBrk="1" fontAlgn="base" hangingPunct="1">
              <a:spcBef>
                <a:spcPct val="0"/>
              </a:spcBef>
              <a:spcAft>
                <a:spcPct val="0"/>
              </a:spcAft>
            </a:pPr>
            <a:r>
              <a:rPr lang="fr-CA" sz="2800" b="1" dirty="0" smtClean="0">
                <a:solidFill>
                  <a:srgbClr val="FFFF00"/>
                </a:solidFill>
                <a:cs typeface="Arial" charset="0"/>
              </a:rPr>
              <a:t>DEMO …</a:t>
            </a:r>
            <a:endParaRPr lang="en-US" sz="2800" b="1" dirty="0" smtClean="0">
              <a:solidFill>
                <a:srgbClr val="FFFF00"/>
              </a:solidFill>
              <a:cs typeface="Arial" charset="0"/>
            </a:endParaRPr>
          </a:p>
        </p:txBody>
      </p:sp>
      <p:sp>
        <p:nvSpPr>
          <p:cNvPr id="7" name="Espace réservé du pied de page 4"/>
          <p:cNvSpPr txBox="1">
            <a:spLocks/>
          </p:cNvSpPr>
          <p:nvPr/>
        </p:nvSpPr>
        <p:spPr bwMode="auto">
          <a:xfrm>
            <a:off x="122663" y="6491751"/>
            <a:ext cx="11896249"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363" rtl="0" eaLnBrk="0" latinLnBrk="0" hangingPunct="0">
              <a:defRPr sz="1800" kern="1200">
                <a:solidFill>
                  <a:schemeClr val="tx1"/>
                </a:solidFill>
                <a:latin typeface="Arial" charset="0"/>
                <a:ea typeface="+mn-ea"/>
                <a:cs typeface="+mn-cs"/>
              </a:defRPr>
            </a:lvl1pPr>
            <a:lvl2pPr marL="742950" indent="-285750" algn="l" defTabSz="914363" rtl="0" eaLnBrk="0" latinLnBrk="0" hangingPunct="0">
              <a:defRPr sz="1800" kern="1200">
                <a:solidFill>
                  <a:schemeClr val="tx1"/>
                </a:solidFill>
                <a:latin typeface="Arial" charset="0"/>
                <a:ea typeface="+mn-ea"/>
                <a:cs typeface="+mn-cs"/>
              </a:defRPr>
            </a:lvl2pPr>
            <a:lvl3pPr marL="1143000" indent="-228600" algn="l" defTabSz="914363" rtl="0" eaLnBrk="0" latinLnBrk="0" hangingPunct="0">
              <a:defRPr sz="1800" kern="1200">
                <a:solidFill>
                  <a:schemeClr val="tx1"/>
                </a:solidFill>
                <a:latin typeface="Arial" charset="0"/>
                <a:ea typeface="+mn-ea"/>
                <a:cs typeface="+mn-cs"/>
              </a:defRPr>
            </a:lvl3pPr>
            <a:lvl4pPr marL="1600200" indent="-228600" algn="l" defTabSz="914363" rtl="0" eaLnBrk="0" latinLnBrk="0" hangingPunct="0">
              <a:defRPr sz="1800" kern="1200">
                <a:solidFill>
                  <a:schemeClr val="tx1"/>
                </a:solidFill>
                <a:latin typeface="Arial" charset="0"/>
                <a:ea typeface="+mn-ea"/>
                <a:cs typeface="+mn-cs"/>
              </a:defRPr>
            </a:lvl4pPr>
            <a:lvl5pPr marL="2057400" indent="-228600" algn="l" defTabSz="914363" rtl="0" eaLnBrk="0" latinLnBrk="0" hangingPunct="0">
              <a:defRPr sz="1800" kern="1200">
                <a:solidFill>
                  <a:schemeClr val="tx1"/>
                </a:solidFill>
                <a:latin typeface="Arial" charset="0"/>
                <a:ea typeface="+mn-ea"/>
                <a:cs typeface="+mn-cs"/>
              </a:defRPr>
            </a:lvl5pPr>
            <a:lvl6pPr marL="25146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6pPr>
            <a:lvl7pPr marL="29718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7pPr>
            <a:lvl8pPr marL="34290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8pPr>
            <a:lvl9pPr marL="38862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9pPr>
          </a:lstStyle>
          <a:p>
            <a:pPr algn="ctr" eaLnBrk="1" fontAlgn="base" hangingPunct="1">
              <a:spcBef>
                <a:spcPct val="0"/>
              </a:spcBef>
              <a:spcAft>
                <a:spcPct val="0"/>
              </a:spcAft>
            </a:pPr>
            <a:r>
              <a:rPr lang="fr-CA" dirty="0">
                <a:solidFill>
                  <a:srgbClr val="FFFF00"/>
                </a:solidFill>
                <a:cs typeface="Arial" charset="0"/>
              </a:rPr>
              <a:t>http://</a:t>
            </a:r>
            <a:r>
              <a:rPr lang="fr-CA" dirty="0" smtClean="0">
                <a:solidFill>
                  <a:srgbClr val="FFFF00"/>
                </a:solidFill>
                <a:cs typeface="Arial" charset="0"/>
              </a:rPr>
              <a:t>tasktop.com</a:t>
            </a:r>
            <a:endParaRPr lang="en-US" dirty="0" smtClean="0">
              <a:solidFill>
                <a:srgbClr val="FFFF00"/>
              </a:solidFill>
              <a:cs typeface="Arial" charset="0"/>
            </a:endParaRPr>
          </a:p>
        </p:txBody>
      </p:sp>
      <p:pic>
        <p:nvPicPr>
          <p:cNvPr id="1026" name="Picture 2" descr="Screensho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9929" y="3527396"/>
            <a:ext cx="4094329" cy="309427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creensho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64573" y="3570345"/>
            <a:ext cx="4169086" cy="31507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0716969"/>
      </p:ext>
    </p:extLst>
  </p:cSld>
  <p:clrMapOvr>
    <a:masterClrMapping/>
  </p:clrMapOvr>
  <p:transition>
    <p:fad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Myth #5</a:t>
            </a:r>
            <a:endParaRPr lang="en-US" dirty="0"/>
          </a:p>
        </p:txBody>
      </p:sp>
      <p:sp>
        <p:nvSpPr>
          <p:cNvPr id="3" name="Subtitle 2"/>
          <p:cNvSpPr>
            <a:spLocks noGrp="1"/>
          </p:cNvSpPr>
          <p:nvPr>
            <p:ph type="subTitle" idx="1"/>
          </p:nvPr>
        </p:nvSpPr>
        <p:spPr/>
        <p:txBody>
          <a:bodyPr/>
          <a:lstStyle/>
          <a:p>
            <a:r>
              <a:rPr lang="en-US" dirty="0"/>
              <a:t>“TFS can only build a product, not release it”</a:t>
            </a:r>
          </a:p>
          <a:p>
            <a:endParaRPr lang="en-US" dirty="0"/>
          </a:p>
        </p:txBody>
      </p:sp>
      <p:pic>
        <p:nvPicPr>
          <p:cNvPr id="5"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61079" y="5303110"/>
            <a:ext cx="2466668" cy="685800"/>
          </a:xfrm>
          <a:prstGeom prst="rect">
            <a:avLst/>
          </a:prstGeom>
          <a:ln>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3334977358"/>
      </p:ext>
    </p:extLst>
  </p:cSld>
  <p:clrMapOvr>
    <a:masterClrMapping/>
  </p:clrMapOvr>
  <p:transition>
    <p:fad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InRelease</a:t>
            </a:r>
            <a:endParaRPr lang="en-US" dirty="0"/>
          </a:p>
        </p:txBody>
      </p:sp>
      <p:sp>
        <p:nvSpPr>
          <p:cNvPr id="3" name="Text Placeholder 2"/>
          <p:cNvSpPr>
            <a:spLocks noGrp="1"/>
          </p:cNvSpPr>
          <p:nvPr>
            <p:ph type="body" sz="quarter" idx="10"/>
          </p:nvPr>
        </p:nvSpPr>
        <p:spPr>
          <a:xfrm>
            <a:off x="519112" y="1447799"/>
            <a:ext cx="11149013" cy="3816429"/>
          </a:xfrm>
        </p:spPr>
        <p:txBody>
          <a:bodyPr/>
          <a:lstStyle/>
          <a:p>
            <a:r>
              <a:rPr lang="en-US" dirty="0" smtClean="0"/>
              <a:t>Reduces </a:t>
            </a:r>
            <a:r>
              <a:rPr lang="en-US" dirty="0"/>
              <a:t>the complexity, cost, and risks of release </a:t>
            </a:r>
            <a:r>
              <a:rPr lang="en-US" dirty="0" smtClean="0"/>
              <a:t>management</a:t>
            </a:r>
          </a:p>
          <a:p>
            <a:r>
              <a:rPr lang="en-US" dirty="0" smtClean="0"/>
              <a:t>Automate </a:t>
            </a:r>
            <a:r>
              <a:rPr lang="en-US" dirty="0"/>
              <a:t>the release </a:t>
            </a:r>
            <a:r>
              <a:rPr lang="en-US" dirty="0" smtClean="0"/>
              <a:t>process</a:t>
            </a:r>
          </a:p>
          <a:p>
            <a:r>
              <a:rPr lang="en-US" dirty="0" smtClean="0"/>
              <a:t>Allows the team to </a:t>
            </a:r>
            <a:r>
              <a:rPr lang="en-US" dirty="0"/>
              <a:t>deploy their </a:t>
            </a:r>
            <a:r>
              <a:rPr lang="en-US" dirty="0" smtClean="0"/>
              <a:t>application </a:t>
            </a:r>
            <a:r>
              <a:rPr lang="en-US" dirty="0"/>
              <a:t>to the targeted </a:t>
            </a:r>
            <a:r>
              <a:rPr lang="en-US" dirty="0" smtClean="0"/>
              <a:t>environment at the click of a button</a:t>
            </a:r>
          </a:p>
          <a:p>
            <a:r>
              <a:rPr lang="en-US" dirty="0" smtClean="0"/>
              <a:t>Supported by a </a:t>
            </a:r>
            <a:r>
              <a:rPr lang="en-US" dirty="0"/>
              <a:t>fully automated </a:t>
            </a:r>
            <a:r>
              <a:rPr lang="en-US" dirty="0" smtClean="0"/>
              <a:t>workflow</a:t>
            </a:r>
          </a:p>
          <a:p>
            <a:pPr lvl="1"/>
            <a:r>
              <a:rPr lang="en-US" dirty="0" smtClean="0"/>
              <a:t>Business </a:t>
            </a:r>
            <a:r>
              <a:rPr lang="en-US" dirty="0"/>
              <a:t>approvals trigger deployments to the next stage of the release </a:t>
            </a:r>
            <a:r>
              <a:rPr lang="en-US" dirty="0" smtClean="0"/>
              <a:t>cycle</a:t>
            </a:r>
          </a:p>
        </p:txBody>
      </p:sp>
      <p:sp>
        <p:nvSpPr>
          <p:cNvPr id="4" name="Espace réservé du pied de page 4"/>
          <p:cNvSpPr txBox="1">
            <a:spLocks/>
          </p:cNvSpPr>
          <p:nvPr/>
        </p:nvSpPr>
        <p:spPr bwMode="auto">
          <a:xfrm>
            <a:off x="122663" y="6491751"/>
            <a:ext cx="11896249"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363" rtl="0" eaLnBrk="0" latinLnBrk="0" hangingPunct="0">
              <a:defRPr sz="1800" kern="1200">
                <a:solidFill>
                  <a:schemeClr val="tx1"/>
                </a:solidFill>
                <a:latin typeface="Arial" charset="0"/>
                <a:ea typeface="+mn-ea"/>
                <a:cs typeface="+mn-cs"/>
              </a:defRPr>
            </a:lvl1pPr>
            <a:lvl2pPr marL="742950" indent="-285750" algn="l" defTabSz="914363" rtl="0" eaLnBrk="0" latinLnBrk="0" hangingPunct="0">
              <a:defRPr sz="1800" kern="1200">
                <a:solidFill>
                  <a:schemeClr val="tx1"/>
                </a:solidFill>
                <a:latin typeface="Arial" charset="0"/>
                <a:ea typeface="+mn-ea"/>
                <a:cs typeface="+mn-cs"/>
              </a:defRPr>
            </a:lvl2pPr>
            <a:lvl3pPr marL="1143000" indent="-228600" algn="l" defTabSz="914363" rtl="0" eaLnBrk="0" latinLnBrk="0" hangingPunct="0">
              <a:defRPr sz="1800" kern="1200">
                <a:solidFill>
                  <a:schemeClr val="tx1"/>
                </a:solidFill>
                <a:latin typeface="Arial" charset="0"/>
                <a:ea typeface="+mn-ea"/>
                <a:cs typeface="+mn-cs"/>
              </a:defRPr>
            </a:lvl3pPr>
            <a:lvl4pPr marL="1600200" indent="-228600" algn="l" defTabSz="914363" rtl="0" eaLnBrk="0" latinLnBrk="0" hangingPunct="0">
              <a:defRPr sz="1800" kern="1200">
                <a:solidFill>
                  <a:schemeClr val="tx1"/>
                </a:solidFill>
                <a:latin typeface="Arial" charset="0"/>
                <a:ea typeface="+mn-ea"/>
                <a:cs typeface="+mn-cs"/>
              </a:defRPr>
            </a:lvl4pPr>
            <a:lvl5pPr marL="2057400" indent="-228600" algn="l" defTabSz="914363" rtl="0" eaLnBrk="0" latinLnBrk="0" hangingPunct="0">
              <a:defRPr sz="1800" kern="1200">
                <a:solidFill>
                  <a:schemeClr val="tx1"/>
                </a:solidFill>
                <a:latin typeface="Arial" charset="0"/>
                <a:ea typeface="+mn-ea"/>
                <a:cs typeface="+mn-cs"/>
              </a:defRPr>
            </a:lvl5pPr>
            <a:lvl6pPr marL="25146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6pPr>
            <a:lvl7pPr marL="29718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7pPr>
            <a:lvl8pPr marL="34290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8pPr>
            <a:lvl9pPr marL="38862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9pPr>
          </a:lstStyle>
          <a:p>
            <a:pPr algn="ctr" eaLnBrk="1" fontAlgn="base" hangingPunct="1">
              <a:spcBef>
                <a:spcPct val="0"/>
              </a:spcBef>
              <a:spcAft>
                <a:spcPct val="0"/>
              </a:spcAft>
            </a:pPr>
            <a:r>
              <a:rPr lang="fr-CA" dirty="0">
                <a:solidFill>
                  <a:srgbClr val="FFFF00"/>
                </a:solidFill>
                <a:cs typeface="Arial" charset="0"/>
              </a:rPr>
              <a:t>http://incyclesoftware.com</a:t>
            </a:r>
            <a:endParaRPr lang="en-US" dirty="0" smtClean="0">
              <a:solidFill>
                <a:srgbClr val="FFFF00"/>
              </a:solidFill>
              <a:cs typeface="Arial" charset="0"/>
            </a:endParaRPr>
          </a:p>
        </p:txBody>
      </p:sp>
    </p:spTree>
    <p:extLst>
      <p:ext uri="{BB962C8B-B14F-4D97-AF65-F5344CB8AC3E}">
        <p14:creationId xmlns:p14="http://schemas.microsoft.com/office/powerpoint/2010/main" val="2487193183"/>
      </p:ext>
    </p:extLst>
  </p:cSld>
  <p:clrMapOvr>
    <a:masterClrMapping/>
  </p:clrMapOvr>
  <p:transition>
    <p:fad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Push, Pull or </a:t>
            </a:r>
            <a:r>
              <a:rPr lang="en-US" dirty="0" smtClean="0"/>
              <a:t>Automated – You Choose</a:t>
            </a:r>
            <a:endParaRPr lang="en-US" dirty="0"/>
          </a:p>
        </p:txBody>
      </p:sp>
      <p:sp>
        <p:nvSpPr>
          <p:cNvPr id="3" name="Text Placeholder 2"/>
          <p:cNvSpPr>
            <a:spLocks noGrp="1"/>
          </p:cNvSpPr>
          <p:nvPr>
            <p:ph type="body" sz="quarter" idx="10"/>
          </p:nvPr>
        </p:nvSpPr>
        <p:spPr>
          <a:xfrm>
            <a:off x="519112" y="1447799"/>
            <a:ext cx="8067327" cy="4975303"/>
          </a:xfrm>
        </p:spPr>
        <p:txBody>
          <a:bodyPr/>
          <a:lstStyle/>
          <a:p>
            <a:r>
              <a:rPr lang="en-US" dirty="0"/>
              <a:t>Whether a tester is self-servicing a release from a given label, a developer is releasing the latest build or the team is using continuous deployment, InRelease provides the integration to TFS that supports all these </a:t>
            </a:r>
            <a:r>
              <a:rPr lang="en-US" dirty="0" smtClean="0"/>
              <a:t>scenarios</a:t>
            </a:r>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1036" y="4712576"/>
            <a:ext cx="3905250" cy="1657350"/>
          </a:xfrm>
          <a:prstGeom prst="rect">
            <a:avLst/>
          </a:prstGeom>
          <a:ln>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21103" y="1463040"/>
            <a:ext cx="2701635" cy="4906886"/>
          </a:xfrm>
          <a:prstGeom prst="rect">
            <a:avLst/>
          </a:prstGeom>
          <a:ln>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6" name="Espace réservé du pied de page 4"/>
          <p:cNvSpPr txBox="1">
            <a:spLocks/>
          </p:cNvSpPr>
          <p:nvPr/>
        </p:nvSpPr>
        <p:spPr bwMode="auto">
          <a:xfrm>
            <a:off x="10024941" y="6367343"/>
            <a:ext cx="1826871" cy="57874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363" rtl="0" eaLnBrk="0" latinLnBrk="0" hangingPunct="0">
              <a:defRPr sz="1800" kern="1200">
                <a:solidFill>
                  <a:schemeClr val="tx1"/>
                </a:solidFill>
                <a:latin typeface="Arial" charset="0"/>
                <a:ea typeface="+mn-ea"/>
                <a:cs typeface="+mn-cs"/>
              </a:defRPr>
            </a:lvl1pPr>
            <a:lvl2pPr marL="742950" indent="-285750" algn="l" defTabSz="914363" rtl="0" eaLnBrk="0" latinLnBrk="0" hangingPunct="0">
              <a:defRPr sz="1800" kern="1200">
                <a:solidFill>
                  <a:schemeClr val="tx1"/>
                </a:solidFill>
                <a:latin typeface="Arial" charset="0"/>
                <a:ea typeface="+mn-ea"/>
                <a:cs typeface="+mn-cs"/>
              </a:defRPr>
            </a:lvl2pPr>
            <a:lvl3pPr marL="1143000" indent="-228600" algn="l" defTabSz="914363" rtl="0" eaLnBrk="0" latinLnBrk="0" hangingPunct="0">
              <a:defRPr sz="1800" kern="1200">
                <a:solidFill>
                  <a:schemeClr val="tx1"/>
                </a:solidFill>
                <a:latin typeface="Arial" charset="0"/>
                <a:ea typeface="+mn-ea"/>
                <a:cs typeface="+mn-cs"/>
              </a:defRPr>
            </a:lvl3pPr>
            <a:lvl4pPr marL="1600200" indent="-228600" algn="l" defTabSz="914363" rtl="0" eaLnBrk="0" latinLnBrk="0" hangingPunct="0">
              <a:defRPr sz="1800" kern="1200">
                <a:solidFill>
                  <a:schemeClr val="tx1"/>
                </a:solidFill>
                <a:latin typeface="Arial" charset="0"/>
                <a:ea typeface="+mn-ea"/>
                <a:cs typeface="+mn-cs"/>
              </a:defRPr>
            </a:lvl4pPr>
            <a:lvl5pPr marL="2057400" indent="-228600" algn="l" defTabSz="914363" rtl="0" eaLnBrk="0" latinLnBrk="0" hangingPunct="0">
              <a:defRPr sz="1800" kern="1200">
                <a:solidFill>
                  <a:schemeClr val="tx1"/>
                </a:solidFill>
                <a:latin typeface="Arial" charset="0"/>
                <a:ea typeface="+mn-ea"/>
                <a:cs typeface="+mn-cs"/>
              </a:defRPr>
            </a:lvl5pPr>
            <a:lvl6pPr marL="25146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6pPr>
            <a:lvl7pPr marL="29718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7pPr>
            <a:lvl8pPr marL="34290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8pPr>
            <a:lvl9pPr marL="38862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9pPr>
          </a:lstStyle>
          <a:p>
            <a:pPr algn="r" eaLnBrk="1" fontAlgn="base" hangingPunct="1">
              <a:spcBef>
                <a:spcPct val="0"/>
              </a:spcBef>
              <a:spcAft>
                <a:spcPct val="0"/>
              </a:spcAft>
            </a:pPr>
            <a:r>
              <a:rPr lang="fr-CA" sz="2800" b="1" dirty="0" smtClean="0">
                <a:solidFill>
                  <a:srgbClr val="FFFF00"/>
                </a:solidFill>
                <a:cs typeface="Arial" charset="0"/>
              </a:rPr>
              <a:t>DEMO …</a:t>
            </a:r>
            <a:endParaRPr lang="en-US" sz="2800" b="1" dirty="0" smtClean="0">
              <a:solidFill>
                <a:srgbClr val="FFFF00"/>
              </a:solidFill>
              <a:cs typeface="Arial" charset="0"/>
            </a:endParaRPr>
          </a:p>
        </p:txBody>
      </p:sp>
      <p:sp>
        <p:nvSpPr>
          <p:cNvPr id="7" name="Espace réservé du pied de page 4"/>
          <p:cNvSpPr txBox="1">
            <a:spLocks/>
          </p:cNvSpPr>
          <p:nvPr/>
        </p:nvSpPr>
        <p:spPr bwMode="auto">
          <a:xfrm>
            <a:off x="122663" y="6491751"/>
            <a:ext cx="11896249"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363" rtl="0" eaLnBrk="0" latinLnBrk="0" hangingPunct="0">
              <a:defRPr sz="1800" kern="1200">
                <a:solidFill>
                  <a:schemeClr val="tx1"/>
                </a:solidFill>
                <a:latin typeface="Arial" charset="0"/>
                <a:ea typeface="+mn-ea"/>
                <a:cs typeface="+mn-cs"/>
              </a:defRPr>
            </a:lvl1pPr>
            <a:lvl2pPr marL="742950" indent="-285750" algn="l" defTabSz="914363" rtl="0" eaLnBrk="0" latinLnBrk="0" hangingPunct="0">
              <a:defRPr sz="1800" kern="1200">
                <a:solidFill>
                  <a:schemeClr val="tx1"/>
                </a:solidFill>
                <a:latin typeface="Arial" charset="0"/>
                <a:ea typeface="+mn-ea"/>
                <a:cs typeface="+mn-cs"/>
              </a:defRPr>
            </a:lvl2pPr>
            <a:lvl3pPr marL="1143000" indent="-228600" algn="l" defTabSz="914363" rtl="0" eaLnBrk="0" latinLnBrk="0" hangingPunct="0">
              <a:defRPr sz="1800" kern="1200">
                <a:solidFill>
                  <a:schemeClr val="tx1"/>
                </a:solidFill>
                <a:latin typeface="Arial" charset="0"/>
                <a:ea typeface="+mn-ea"/>
                <a:cs typeface="+mn-cs"/>
              </a:defRPr>
            </a:lvl3pPr>
            <a:lvl4pPr marL="1600200" indent="-228600" algn="l" defTabSz="914363" rtl="0" eaLnBrk="0" latinLnBrk="0" hangingPunct="0">
              <a:defRPr sz="1800" kern="1200">
                <a:solidFill>
                  <a:schemeClr val="tx1"/>
                </a:solidFill>
                <a:latin typeface="Arial" charset="0"/>
                <a:ea typeface="+mn-ea"/>
                <a:cs typeface="+mn-cs"/>
              </a:defRPr>
            </a:lvl4pPr>
            <a:lvl5pPr marL="2057400" indent="-228600" algn="l" defTabSz="914363" rtl="0" eaLnBrk="0" latinLnBrk="0" hangingPunct="0">
              <a:defRPr sz="1800" kern="1200">
                <a:solidFill>
                  <a:schemeClr val="tx1"/>
                </a:solidFill>
                <a:latin typeface="Arial" charset="0"/>
                <a:ea typeface="+mn-ea"/>
                <a:cs typeface="+mn-cs"/>
              </a:defRPr>
            </a:lvl5pPr>
            <a:lvl6pPr marL="25146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6pPr>
            <a:lvl7pPr marL="29718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7pPr>
            <a:lvl8pPr marL="34290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8pPr>
            <a:lvl9pPr marL="3886200" indent="-228600" algn="l" defTabSz="914363" rtl="0" eaLnBrk="0" fontAlgn="base" latinLnBrk="0" hangingPunct="0">
              <a:spcBef>
                <a:spcPct val="0"/>
              </a:spcBef>
              <a:spcAft>
                <a:spcPct val="0"/>
              </a:spcAft>
              <a:defRPr sz="1800" kern="1200">
                <a:solidFill>
                  <a:schemeClr val="tx1"/>
                </a:solidFill>
                <a:latin typeface="Arial" charset="0"/>
                <a:ea typeface="+mn-ea"/>
                <a:cs typeface="+mn-cs"/>
              </a:defRPr>
            </a:lvl9pPr>
          </a:lstStyle>
          <a:p>
            <a:pPr algn="ctr" eaLnBrk="1" fontAlgn="base" hangingPunct="1">
              <a:spcBef>
                <a:spcPct val="0"/>
              </a:spcBef>
              <a:spcAft>
                <a:spcPct val="0"/>
              </a:spcAft>
            </a:pPr>
            <a:r>
              <a:rPr lang="fr-CA" dirty="0">
                <a:solidFill>
                  <a:srgbClr val="FFFF00"/>
                </a:solidFill>
                <a:cs typeface="Arial" charset="0"/>
              </a:rPr>
              <a:t>http://incyclesoftware.com</a:t>
            </a:r>
            <a:endParaRPr lang="en-US" dirty="0" smtClean="0">
              <a:solidFill>
                <a:srgbClr val="FFFF00"/>
              </a:solidFill>
              <a:cs typeface="Arial" charset="0"/>
            </a:endParaRPr>
          </a:p>
        </p:txBody>
      </p:sp>
    </p:spTree>
    <p:extLst>
      <p:ext uri="{BB962C8B-B14F-4D97-AF65-F5344CB8AC3E}">
        <p14:creationId xmlns:p14="http://schemas.microsoft.com/office/powerpoint/2010/main" val="3935434225"/>
      </p:ext>
    </p:extLst>
  </p:cSld>
  <p:clrMapOvr>
    <a:masterClrMapping/>
  </p:clrMapOvr>
  <p:transition>
    <p:fad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264187938"/>
              </p:ext>
            </p:extLst>
          </p:nvPr>
        </p:nvGraphicFramePr>
        <p:xfrm>
          <a:off x="646770" y="1222167"/>
          <a:ext cx="10917045" cy="4891665"/>
        </p:xfrm>
        <a:graphic>
          <a:graphicData uri="http://schemas.openxmlformats.org/drawingml/2006/table">
            <a:tbl>
              <a:tblPr bandRow="1">
                <a:effectLst/>
                <a:tableStyleId>{5C22544A-7EE6-4342-B048-85BDC9FD1C3A}</a:tableStyleId>
              </a:tblPr>
              <a:tblGrid>
                <a:gridCol w="3639015"/>
                <a:gridCol w="3639015"/>
                <a:gridCol w="3639015"/>
              </a:tblGrid>
              <a:tr h="978333">
                <a:tc>
                  <a:txBody>
                    <a:bodyPr/>
                    <a:lstStyle/>
                    <a:p>
                      <a:pPr marL="342900" indent="-342900" algn="ctr">
                        <a:buFont typeface="Arial" pitchFamily="34" charset="0"/>
                        <a:buChar char="•"/>
                      </a:pPr>
                      <a:endParaRPr lang="en-US" sz="24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r>
              <a:tr h="978333">
                <a:tc>
                  <a:txBody>
                    <a:bodyPr/>
                    <a:lstStyle/>
                    <a:p>
                      <a:pPr marL="342900" indent="-342900" algn="ctr">
                        <a:buFont typeface="Arial" pitchFamily="34" charset="0"/>
                        <a:buChar char="•"/>
                      </a:pPr>
                      <a:endParaRPr lang="en-US" sz="24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r>
              <a:tr h="978333">
                <a:tc>
                  <a:txBody>
                    <a:bodyPr/>
                    <a:lstStyle/>
                    <a:p>
                      <a:pPr marL="342900" indent="-342900" algn="ctr">
                        <a:buFont typeface="Arial" pitchFamily="34" charset="0"/>
                        <a:buChar char="•"/>
                      </a:pPr>
                      <a:endParaRPr lang="en-US" sz="24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r>
              <a:tr h="978333">
                <a:tc>
                  <a:txBody>
                    <a:bodyPr/>
                    <a:lstStyle/>
                    <a:p>
                      <a:pPr marL="342900" indent="-342900" algn="ctr">
                        <a:buFont typeface="Arial" pitchFamily="34" charset="0"/>
                        <a:buChar char="•"/>
                      </a:pPr>
                      <a:endParaRPr lang="en-US" sz="24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r>
              <a:tr h="978333">
                <a:tc>
                  <a:txBody>
                    <a:bodyPr/>
                    <a:lstStyle/>
                    <a:p>
                      <a:pPr marL="342900" indent="-342900" algn="ctr">
                        <a:buFont typeface="Arial" pitchFamily="34" charset="0"/>
                        <a:buChar char="•"/>
                      </a:pPr>
                      <a:endParaRPr lang="en-US" sz="24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2" name="Title 1"/>
          <p:cNvSpPr>
            <a:spLocks noGrp="1"/>
          </p:cNvSpPr>
          <p:nvPr>
            <p:ph type="title"/>
          </p:nvPr>
        </p:nvSpPr>
        <p:spPr/>
        <p:txBody>
          <a:bodyPr/>
          <a:lstStyle/>
          <a:p>
            <a:r>
              <a:rPr lang="en-US" dirty="0" smtClean="0"/>
              <a:t>Summary: The Myths and The Mythbusters</a:t>
            </a:r>
            <a:endParaRPr lang="en-US" dirty="0"/>
          </a:p>
        </p:txBody>
      </p:sp>
      <p:sp>
        <p:nvSpPr>
          <p:cNvPr id="4" name="TextBox 3"/>
          <p:cNvSpPr txBox="1"/>
          <p:nvPr/>
        </p:nvSpPr>
        <p:spPr>
          <a:xfrm>
            <a:off x="869866" y="1349298"/>
            <a:ext cx="3200400" cy="738664"/>
          </a:xfrm>
          <a:prstGeom prst="rect">
            <a:avLst/>
          </a:prstGeom>
          <a:noFill/>
        </p:spPr>
        <p:txBody>
          <a:bodyPr wrap="square" lIns="0" tIns="0" rIns="0" bIns="0" rtlCol="0">
            <a:spAutoFit/>
          </a:bodyPr>
          <a:lstStyle/>
          <a:p>
            <a:r>
              <a:rPr lang="en-US" sz="2400" dirty="0" smtClean="0">
                <a:solidFill>
                  <a:schemeClr val="bg1"/>
                </a:solidFill>
              </a:rPr>
              <a:t>“TFS doesn’t support Agile teams”</a:t>
            </a:r>
          </a:p>
        </p:txBody>
      </p:sp>
      <p:sp>
        <p:nvSpPr>
          <p:cNvPr id="11" name="TextBox 10"/>
          <p:cNvSpPr txBox="1"/>
          <p:nvPr/>
        </p:nvSpPr>
        <p:spPr>
          <a:xfrm>
            <a:off x="869866" y="2327561"/>
            <a:ext cx="3200400" cy="738664"/>
          </a:xfrm>
          <a:prstGeom prst="rect">
            <a:avLst/>
          </a:prstGeom>
          <a:noFill/>
        </p:spPr>
        <p:txBody>
          <a:bodyPr wrap="square" lIns="0" tIns="0" rIns="0" bIns="0" rtlCol="0">
            <a:spAutoFit/>
          </a:bodyPr>
          <a:lstStyle/>
          <a:p>
            <a:r>
              <a:rPr lang="en-US" sz="2400" dirty="0" smtClean="0">
                <a:solidFill>
                  <a:schemeClr val="bg1"/>
                </a:solidFill>
              </a:rPr>
              <a:t>“TFS doesn’t handle formal requirements”</a:t>
            </a:r>
          </a:p>
        </p:txBody>
      </p:sp>
      <p:sp>
        <p:nvSpPr>
          <p:cNvPr id="12" name="TextBox 11"/>
          <p:cNvSpPr txBox="1"/>
          <p:nvPr/>
        </p:nvSpPr>
        <p:spPr>
          <a:xfrm>
            <a:off x="869866" y="3305824"/>
            <a:ext cx="3200400" cy="738664"/>
          </a:xfrm>
          <a:prstGeom prst="rect">
            <a:avLst/>
          </a:prstGeom>
          <a:noFill/>
        </p:spPr>
        <p:txBody>
          <a:bodyPr wrap="square" lIns="0" tIns="0" rIns="0" bIns="0" rtlCol="0">
            <a:spAutoFit/>
          </a:bodyPr>
          <a:lstStyle/>
          <a:p>
            <a:r>
              <a:rPr lang="en-US" sz="2400" dirty="0" smtClean="0">
                <a:solidFill>
                  <a:schemeClr val="bg1"/>
                </a:solidFill>
              </a:rPr>
              <a:t>“TFS is only for developers and testers”</a:t>
            </a:r>
          </a:p>
        </p:txBody>
      </p:sp>
      <p:sp>
        <p:nvSpPr>
          <p:cNvPr id="13" name="TextBox 12"/>
          <p:cNvSpPr txBox="1"/>
          <p:nvPr/>
        </p:nvSpPr>
        <p:spPr>
          <a:xfrm>
            <a:off x="869866" y="4284087"/>
            <a:ext cx="3200400" cy="738664"/>
          </a:xfrm>
          <a:prstGeom prst="rect">
            <a:avLst/>
          </a:prstGeom>
          <a:noFill/>
        </p:spPr>
        <p:txBody>
          <a:bodyPr wrap="square" lIns="0" tIns="0" rIns="0" bIns="0" rtlCol="0">
            <a:spAutoFit/>
          </a:bodyPr>
          <a:lstStyle/>
          <a:p>
            <a:r>
              <a:rPr lang="en-US" sz="2400" dirty="0" smtClean="0">
                <a:solidFill>
                  <a:schemeClr val="bg1"/>
                </a:solidFill>
              </a:rPr>
              <a:t>“TFS does not work well with Eclipse”</a:t>
            </a:r>
          </a:p>
        </p:txBody>
      </p:sp>
      <p:sp>
        <p:nvSpPr>
          <p:cNvPr id="14" name="TextBox 13"/>
          <p:cNvSpPr txBox="1"/>
          <p:nvPr/>
        </p:nvSpPr>
        <p:spPr>
          <a:xfrm>
            <a:off x="869866" y="5262348"/>
            <a:ext cx="3200400" cy="738664"/>
          </a:xfrm>
          <a:prstGeom prst="rect">
            <a:avLst/>
          </a:prstGeom>
          <a:noFill/>
        </p:spPr>
        <p:txBody>
          <a:bodyPr wrap="square" lIns="0" tIns="0" rIns="0" bIns="0" rtlCol="0">
            <a:spAutoFit/>
          </a:bodyPr>
          <a:lstStyle/>
          <a:p>
            <a:r>
              <a:rPr lang="en-US" sz="2400" dirty="0" smtClean="0">
                <a:solidFill>
                  <a:schemeClr val="bg1"/>
                </a:solidFill>
              </a:rPr>
              <a:t>“TFS can only build a product, not release it”</a:t>
            </a:r>
          </a:p>
        </p:txBody>
      </p:sp>
      <p:pic>
        <p:nvPicPr>
          <p:cNvPr id="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02699" y="3319907"/>
            <a:ext cx="2743200" cy="685800"/>
          </a:xfrm>
          <a:prstGeom prst="rect">
            <a:avLst/>
          </a:prstGeom>
          <a:ln>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pic>
        <p:nvPicPr>
          <p:cNvPr id="1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40965" y="5303110"/>
            <a:ext cx="2466668" cy="685800"/>
          </a:xfrm>
          <a:prstGeom prst="rect">
            <a:avLst/>
          </a:prstGeom>
          <a:ln>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pic>
        <p:nvPicPr>
          <p:cNvPr id="17"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10468" y="1350455"/>
            <a:ext cx="2527662" cy="685800"/>
          </a:xfrm>
          <a:prstGeom prst="rect">
            <a:avLst/>
          </a:prstGeom>
          <a:ln>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18" name="TextBox 17"/>
          <p:cNvSpPr txBox="1"/>
          <p:nvPr/>
        </p:nvSpPr>
        <p:spPr>
          <a:xfrm>
            <a:off x="8147895" y="1528871"/>
            <a:ext cx="3200400" cy="430887"/>
          </a:xfrm>
          <a:prstGeom prst="rect">
            <a:avLst/>
          </a:prstGeom>
          <a:noFill/>
        </p:spPr>
        <p:txBody>
          <a:bodyPr wrap="square" lIns="0" tIns="0" rIns="0" bIns="0" rtlCol="0">
            <a:spAutoFit/>
          </a:bodyPr>
          <a:lstStyle/>
          <a:p>
            <a:pPr algn="ctr"/>
            <a:r>
              <a:rPr lang="en-US" sz="2800" b="1" dirty="0" smtClean="0">
                <a:solidFill>
                  <a:schemeClr val="bg1"/>
                </a:solidFill>
              </a:rPr>
              <a:t>Urban Turtle</a:t>
            </a:r>
          </a:p>
        </p:txBody>
      </p:sp>
      <p:sp>
        <p:nvSpPr>
          <p:cNvPr id="19" name="TextBox 18"/>
          <p:cNvSpPr txBox="1"/>
          <p:nvPr/>
        </p:nvSpPr>
        <p:spPr>
          <a:xfrm>
            <a:off x="8147895" y="2507134"/>
            <a:ext cx="3200400" cy="430887"/>
          </a:xfrm>
          <a:prstGeom prst="rect">
            <a:avLst/>
          </a:prstGeom>
          <a:noFill/>
        </p:spPr>
        <p:txBody>
          <a:bodyPr wrap="square" lIns="0" tIns="0" rIns="0" bIns="0" rtlCol="0">
            <a:spAutoFit/>
          </a:bodyPr>
          <a:lstStyle/>
          <a:p>
            <a:pPr algn="ctr"/>
            <a:r>
              <a:rPr lang="en-US" sz="2800" b="1" dirty="0" smtClean="0">
                <a:solidFill>
                  <a:schemeClr val="bg1"/>
                </a:solidFill>
              </a:rPr>
              <a:t>inteGREAT</a:t>
            </a:r>
          </a:p>
        </p:txBody>
      </p:sp>
      <p:sp>
        <p:nvSpPr>
          <p:cNvPr id="20" name="TextBox 19"/>
          <p:cNvSpPr txBox="1"/>
          <p:nvPr/>
        </p:nvSpPr>
        <p:spPr>
          <a:xfrm>
            <a:off x="8147895" y="3485397"/>
            <a:ext cx="3200400" cy="430887"/>
          </a:xfrm>
          <a:prstGeom prst="rect">
            <a:avLst/>
          </a:prstGeom>
          <a:noFill/>
        </p:spPr>
        <p:txBody>
          <a:bodyPr wrap="square" lIns="0" tIns="0" rIns="0" bIns="0" rtlCol="0">
            <a:spAutoFit/>
          </a:bodyPr>
          <a:lstStyle/>
          <a:p>
            <a:pPr algn="ctr"/>
            <a:r>
              <a:rPr lang="en-US" sz="2800" b="1" dirty="0" smtClean="0">
                <a:solidFill>
                  <a:schemeClr val="bg1"/>
                </a:solidFill>
              </a:rPr>
              <a:t>TeamCompanion</a:t>
            </a:r>
          </a:p>
        </p:txBody>
      </p:sp>
      <p:sp>
        <p:nvSpPr>
          <p:cNvPr id="21" name="TextBox 20"/>
          <p:cNvSpPr txBox="1"/>
          <p:nvPr/>
        </p:nvSpPr>
        <p:spPr>
          <a:xfrm>
            <a:off x="8147895" y="4463660"/>
            <a:ext cx="3200400" cy="430887"/>
          </a:xfrm>
          <a:prstGeom prst="rect">
            <a:avLst/>
          </a:prstGeom>
          <a:noFill/>
        </p:spPr>
        <p:txBody>
          <a:bodyPr wrap="square" lIns="0" tIns="0" rIns="0" bIns="0" rtlCol="0">
            <a:spAutoFit/>
          </a:bodyPr>
          <a:lstStyle/>
          <a:p>
            <a:pPr algn="ctr"/>
            <a:r>
              <a:rPr lang="en-US" sz="2800" b="1" dirty="0" smtClean="0">
                <a:solidFill>
                  <a:schemeClr val="bg1"/>
                </a:solidFill>
              </a:rPr>
              <a:t>Tasktop</a:t>
            </a:r>
          </a:p>
        </p:txBody>
      </p:sp>
      <p:sp>
        <p:nvSpPr>
          <p:cNvPr id="22" name="TextBox 21"/>
          <p:cNvSpPr txBox="1"/>
          <p:nvPr/>
        </p:nvSpPr>
        <p:spPr>
          <a:xfrm>
            <a:off x="8147895" y="5441921"/>
            <a:ext cx="3200400" cy="430887"/>
          </a:xfrm>
          <a:prstGeom prst="rect">
            <a:avLst/>
          </a:prstGeom>
          <a:noFill/>
        </p:spPr>
        <p:txBody>
          <a:bodyPr wrap="square" lIns="0" tIns="0" rIns="0" bIns="0" rtlCol="0">
            <a:spAutoFit/>
          </a:bodyPr>
          <a:lstStyle/>
          <a:p>
            <a:pPr algn="ctr"/>
            <a:r>
              <a:rPr lang="en-US" sz="2800" b="1" dirty="0" smtClean="0">
                <a:solidFill>
                  <a:schemeClr val="bg1"/>
                </a:solidFill>
              </a:rPr>
              <a:t>InRelease</a:t>
            </a:r>
          </a:p>
        </p:txBody>
      </p:sp>
      <p:pic>
        <p:nvPicPr>
          <p:cNvPr id="24" name="Picture 2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34871" y="4224805"/>
            <a:ext cx="2478856" cy="857012"/>
          </a:xfrm>
          <a:prstGeom prst="rect">
            <a:avLst/>
          </a:prstGeom>
        </p:spPr>
      </p:pic>
      <p:pic>
        <p:nvPicPr>
          <p:cNvPr id="25" name="Picture 24" descr="logo by eDevtech.JPG"/>
          <p:cNvPicPr>
            <a:picLocks noChangeAspect="1"/>
          </p:cNvPicPr>
          <p:nvPr/>
        </p:nvPicPr>
        <p:blipFill>
          <a:blip r:embed="rId6"/>
          <a:stretch>
            <a:fillRect/>
          </a:stretch>
        </p:blipFill>
        <p:spPr>
          <a:xfrm>
            <a:off x="4859275" y="2314865"/>
            <a:ext cx="2430049" cy="745010"/>
          </a:xfrm>
          <a:prstGeom prst="rect">
            <a:avLst/>
          </a:prstGeom>
          <a:ln>
            <a:solidFill>
              <a:schemeClr val="bg1"/>
            </a:solidFill>
          </a:ln>
          <a:effectLst>
            <a:outerShdw blurRad="50800" dist="38100" dir="2700000" algn="tl" rotWithShape="0">
              <a:prstClr val="black">
                <a:alpha val="40000"/>
              </a:prstClr>
            </a:outerShdw>
          </a:effectLst>
        </p:spPr>
      </p:pic>
      <p:pic>
        <p:nvPicPr>
          <p:cNvPr id="5" name="Picture 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2875" y="157164"/>
            <a:ext cx="11887200" cy="6557265"/>
          </a:xfrm>
          <a:prstGeom prst="rect">
            <a:avLst/>
          </a:prstGeom>
        </p:spPr>
      </p:pic>
    </p:spTree>
    <p:extLst>
      <p:ext uri="{BB962C8B-B14F-4D97-AF65-F5344CB8AC3E}">
        <p14:creationId xmlns:p14="http://schemas.microsoft.com/office/powerpoint/2010/main" val="22902341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Microsoft logo and tagline"/>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a:stretch/>
        </p:blipFill>
        <p:spPr bwMode="black">
          <a:xfrm>
            <a:off x="3848585" y="3051283"/>
            <a:ext cx="4491655" cy="755434"/>
          </a:xfrm>
          <a:prstGeom prst="rect">
            <a:avLst/>
          </a:prstGeom>
          <a:noFill/>
          <a:ln>
            <a:noFill/>
          </a:ln>
        </p:spPr>
      </p:pic>
      <p:sp>
        <p:nvSpPr>
          <p:cNvPr id="5" name="Text Box 3"/>
          <p:cNvSpPr txBox="1">
            <a:spLocks noChangeArrowheads="1"/>
          </p:cNvSpPr>
          <p:nvPr/>
        </p:nvSpPr>
        <p:spPr bwMode="blackWhite">
          <a:xfrm>
            <a:off x="507868" y="6083573"/>
            <a:ext cx="11173090" cy="415484"/>
          </a:xfrm>
          <a:prstGeom prst="rect">
            <a:avLst/>
          </a:prstGeom>
          <a:noFill/>
          <a:ln w="12700">
            <a:noFill/>
            <a:miter lim="800000"/>
            <a:headEnd type="none" w="sm" len="sm"/>
            <a:tailEnd type="none" w="sm" len="sm"/>
          </a:ln>
          <a:effectLst/>
        </p:spPr>
        <p:txBody>
          <a:bodyPr vert="horz" wrap="square" lIns="91425" tIns="45713" rIns="91425" bIns="45713" numCol="1" anchor="t" anchorCtr="0" compatLnSpc="1">
            <a:prstTxWarp prst="textNoShape">
              <a:avLst/>
            </a:prstTxWarp>
            <a:spAutoFit/>
          </a:bodyPr>
          <a:lstStyle/>
          <a:p>
            <a:pPr algn="ctr" defTabSz="914099" eaLnBrk="0" hangingPunct="0"/>
            <a:r>
              <a:rPr lang="en-US" sz="700" dirty="0">
                <a:gradFill>
                  <a:gsLst>
                    <a:gs pos="0">
                      <a:schemeClr val="tx1"/>
                    </a:gs>
                    <a:gs pos="100000">
                      <a:schemeClr val="tx1"/>
                    </a:gs>
                  </a:gsLst>
                  <a:lin ang="5400000" scaled="0"/>
                </a:gradFill>
                <a:latin typeface="Segoe UI" pitchFamily="34" charset="0"/>
                <a:cs typeface="Arial" charset="0"/>
              </a:rPr>
              <a:t>© </a:t>
            </a:r>
            <a:r>
              <a:rPr lang="en-US" sz="700" dirty="0" smtClean="0">
                <a:gradFill>
                  <a:gsLst>
                    <a:gs pos="0">
                      <a:schemeClr val="tx1"/>
                    </a:gs>
                    <a:gs pos="100000">
                      <a:schemeClr val="tx1"/>
                    </a:gs>
                  </a:gsLst>
                  <a:lin ang="5400000" scaled="0"/>
                </a:gradFill>
                <a:latin typeface="Segoe UI" pitchFamily="34" charset="0"/>
                <a:cs typeface="Arial" charset="0"/>
              </a:rPr>
              <a:t>2011 Microsoft </a:t>
            </a:r>
            <a:r>
              <a:rPr lang="en-US" sz="700" dirty="0">
                <a:gradFill>
                  <a:gsLst>
                    <a:gs pos="0">
                      <a:schemeClr val="tx1"/>
                    </a:gs>
                    <a:gs pos="100000">
                      <a:schemeClr val="tx1"/>
                    </a:gs>
                  </a:gsLst>
                  <a:lin ang="5400000" scaled="0"/>
                </a:gradFill>
                <a:latin typeface="Segoe UI" pitchFamily="34" charset="0"/>
                <a:cs typeface="Arial" charset="0"/>
              </a:rPr>
              <a:t>Corporation. All rights reserved. Microsoft, Windows, Windows Vista and other product names are or may be registered trademarks and/or trademarks in the U.S. and/or other countries.</a:t>
            </a:r>
          </a:p>
          <a:p>
            <a:pPr algn="ctr" defTabSz="914099" eaLnBrk="0" hangingPunct="0"/>
            <a:r>
              <a:rPr lang="en-US" sz="700" dirty="0">
                <a:gradFill>
                  <a:gsLst>
                    <a:gs pos="0">
                      <a:schemeClr val="tx1"/>
                    </a:gs>
                    <a:gs pos="100000">
                      <a:schemeClr val="tx1"/>
                    </a:gs>
                  </a:gsLst>
                  <a:lin ang="5400000" scaled="0"/>
                </a:gradFill>
                <a:latin typeface="Segoe UI" pitchFamily="34" charset="0"/>
                <a:cs typeface="Arial" charset="0"/>
              </a:rPr>
              <a:t>The information herein is for informational purposes only and represents the current view of Microsoft Corporation as of the date of this presentation.  Because Microsoft must respond to changing market conditions, it should not be interpreted to be a commitment </a:t>
            </a:r>
            <a:r>
              <a:rPr lang="en-US" sz="700" dirty="0" smtClean="0">
                <a:gradFill>
                  <a:gsLst>
                    <a:gs pos="0">
                      <a:schemeClr val="tx1"/>
                    </a:gs>
                    <a:gs pos="100000">
                      <a:schemeClr val="tx1"/>
                    </a:gs>
                  </a:gsLst>
                  <a:lin ang="5400000" scaled="0"/>
                </a:gradFill>
                <a:latin typeface="Segoe UI" pitchFamily="34" charset="0"/>
                <a:cs typeface="Arial" charset="0"/>
              </a:rPr>
              <a:t/>
            </a:r>
            <a:br>
              <a:rPr lang="en-US" sz="700" dirty="0" smtClean="0">
                <a:gradFill>
                  <a:gsLst>
                    <a:gs pos="0">
                      <a:schemeClr val="tx1"/>
                    </a:gs>
                    <a:gs pos="100000">
                      <a:schemeClr val="tx1"/>
                    </a:gs>
                  </a:gsLst>
                  <a:lin ang="5400000" scaled="0"/>
                </a:gradFill>
                <a:latin typeface="Segoe UI" pitchFamily="34" charset="0"/>
                <a:cs typeface="Arial" charset="0"/>
              </a:rPr>
            </a:br>
            <a:r>
              <a:rPr lang="en-US" sz="700" dirty="0" smtClean="0">
                <a:gradFill>
                  <a:gsLst>
                    <a:gs pos="0">
                      <a:schemeClr val="tx1"/>
                    </a:gs>
                    <a:gs pos="100000">
                      <a:schemeClr val="tx1"/>
                    </a:gs>
                  </a:gsLst>
                  <a:lin ang="5400000" scaled="0"/>
                </a:gradFill>
                <a:latin typeface="Segoe UI" pitchFamily="34" charset="0"/>
                <a:cs typeface="Arial" charset="0"/>
              </a:rPr>
              <a:t>on </a:t>
            </a:r>
            <a:r>
              <a:rPr lang="en-US" sz="700" dirty="0">
                <a:gradFill>
                  <a:gsLst>
                    <a:gs pos="0">
                      <a:schemeClr val="tx1"/>
                    </a:gs>
                    <a:gs pos="100000">
                      <a:schemeClr val="tx1"/>
                    </a:gs>
                  </a:gsLst>
                  <a:lin ang="5400000" scaled="0"/>
                </a:gradFill>
                <a:latin typeface="Segoe UI" pitchFamily="34" charset="0"/>
                <a:cs typeface="Arial" charset="0"/>
              </a:rPr>
              <a:t>the part of Microsoft, and Microsoft cannot guarantee the accuracy of any information provided after the date of this presentation</a:t>
            </a:r>
            <a:r>
              <a:rPr lang="en-US" sz="700" dirty="0" smtClean="0">
                <a:gradFill>
                  <a:gsLst>
                    <a:gs pos="0">
                      <a:schemeClr val="tx1"/>
                    </a:gs>
                    <a:gs pos="100000">
                      <a:schemeClr val="tx1"/>
                    </a:gs>
                  </a:gsLst>
                  <a:lin ang="5400000" scaled="0"/>
                </a:gradFill>
                <a:latin typeface="Segoe UI" pitchFamily="34" charset="0"/>
                <a:cs typeface="Arial" charset="0"/>
              </a:rPr>
              <a:t>. MICROSOFT </a:t>
            </a:r>
            <a:r>
              <a:rPr lang="en-US" sz="700" dirty="0">
                <a:gradFill>
                  <a:gsLst>
                    <a:gs pos="0">
                      <a:schemeClr val="tx1"/>
                    </a:gs>
                    <a:gs pos="100000">
                      <a:schemeClr val="tx1"/>
                    </a:gs>
                  </a:gsLst>
                  <a:lin ang="5400000" scaled="0"/>
                </a:gradFill>
                <a:latin typeface="Segoe UI" pitchFamily="34" charset="0"/>
                <a:cs typeface="Arial" charset="0"/>
              </a:rPr>
              <a:t>MAKES NO WARRANTIES, EXPRESS, IMPLIED OR STATUTORY, AS TO THE INFORMATION IN THIS PRESENTATION.</a:t>
            </a:r>
          </a:p>
        </p:txBody>
      </p:sp>
    </p:spTree>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TENA11_InteractiveDiscussion_WalkinTemplate_16x9_Final">
  <a:themeElements>
    <a:clrScheme name="MS_TechEd_NorthAmerica_2011">
      <a:dk1>
        <a:srgbClr val="000000"/>
      </a:dk1>
      <a:lt1>
        <a:srgbClr val="FFFFFF"/>
      </a:lt1>
      <a:dk2>
        <a:srgbClr val="03C2F1"/>
      </a:dk2>
      <a:lt2>
        <a:srgbClr val="005A84"/>
      </a:lt2>
      <a:accent1>
        <a:srgbClr val="FFC425"/>
      </a:accent1>
      <a:accent2>
        <a:srgbClr val="F15C44"/>
      </a:accent2>
      <a:accent3>
        <a:srgbClr val="ED1977"/>
      </a:accent3>
      <a:accent4>
        <a:srgbClr val="FAA634"/>
      </a:accent4>
      <a:accent5>
        <a:srgbClr val="59585A"/>
      </a:accent5>
      <a:accent6>
        <a:srgbClr val="777777"/>
      </a:accent6>
      <a:hlink>
        <a:srgbClr val="F0ED7B"/>
      </a:hlink>
      <a:folHlink>
        <a:srgbClr val="F3EB4F"/>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gradFill>
          <a:gsLst>
            <a:gs pos="0">
              <a:schemeClr val="tx2">
                <a:lumMod val="50000"/>
              </a:schemeClr>
            </a:gs>
            <a:gs pos="80000">
              <a:schemeClr val="tx2"/>
            </a:gs>
            <a:gs pos="100000">
              <a:schemeClr val="tx2"/>
            </a:gs>
          </a:gsLst>
        </a:gradFill>
        <a:ln>
          <a:solidFill>
            <a:schemeClr val="tx2"/>
          </a:solidFill>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a:defRPr sz="2200" dirty="0" smtClean="0">
            <a:solidFill>
              <a:schemeClr val="tx1">
                <a:alpha val="99000"/>
              </a:schemeClr>
            </a:solidFill>
          </a:defRPr>
        </a:defPPr>
      </a:lstStyle>
      <a:style>
        <a:lnRef idx="1">
          <a:schemeClr val="accent1"/>
        </a:lnRef>
        <a:fillRef idx="3">
          <a:schemeClr val="accent1"/>
        </a:fillRef>
        <a:effectRef idx="2">
          <a:schemeClr val="accent1"/>
        </a:effectRef>
        <a:fontRef idx="minor">
          <a:schemeClr val="lt1"/>
        </a:fontRef>
      </a:style>
    </a:spDef>
    <a:txDef>
      <a:spPr>
        <a:noFill/>
      </a:spPr>
      <a:bodyPr wrap="square" lIns="0" tIns="0" rIns="0" bIns="0" rtlCol="0">
        <a:spAutoFit/>
      </a:bodyPr>
      <a:lstStyle>
        <a:defPPr>
          <a:defRPr dirty="0" err="1" smtClean="0">
            <a:gradFill>
              <a:gsLst>
                <a:gs pos="0">
                  <a:schemeClr val="tx1"/>
                </a:gs>
                <a:gs pos="86000">
                  <a:schemeClr val="tx1"/>
                </a:gs>
              </a:gsLst>
              <a:lin ang="5400000" scaled="0"/>
            </a:gradFill>
          </a:defRPr>
        </a:defPPr>
      </a:lstStyle>
    </a:txDef>
  </a:objectDefaults>
  <a:extraClrSchemeLst/>
</a:theme>
</file>

<file path=ppt/theme/theme2.xml><?xml version="1.0" encoding="utf-8"?>
<a:theme xmlns:a="http://schemas.openxmlformats.org/drawingml/2006/main" name="White with Consolas font for code slides">
  <a:themeElements>
    <a:clrScheme name="MS_TechEd_NorthAmerica_2011">
      <a:dk1>
        <a:srgbClr val="000000"/>
      </a:dk1>
      <a:lt1>
        <a:srgbClr val="FFFFFF"/>
      </a:lt1>
      <a:dk2>
        <a:srgbClr val="03C2F1"/>
      </a:dk2>
      <a:lt2>
        <a:srgbClr val="005A84"/>
      </a:lt2>
      <a:accent1>
        <a:srgbClr val="FFC425"/>
      </a:accent1>
      <a:accent2>
        <a:srgbClr val="F15C44"/>
      </a:accent2>
      <a:accent3>
        <a:srgbClr val="ED1977"/>
      </a:accent3>
      <a:accent4>
        <a:srgbClr val="FAA634"/>
      </a:accent4>
      <a:accent5>
        <a:srgbClr val="59585A"/>
      </a:accent5>
      <a:accent6>
        <a:srgbClr val="777777"/>
      </a:accent6>
      <a:hlink>
        <a:srgbClr val="F0ED7B"/>
      </a:hlink>
      <a:folHlink>
        <a:srgbClr val="F3EB4F"/>
      </a:folHlink>
    </a:clrScheme>
    <a:fontScheme name="Segoe UI - Segoe UI">
      <a:majorFont>
        <a:latin typeface="Segoe UI"/>
        <a:ea typeface=""/>
        <a:cs typeface=""/>
      </a:majorFont>
      <a:minorFont>
        <a:latin typeface="Segoe U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200" dirty="0" smtClean="0">
            <a:gradFill>
              <a:gsLst>
                <a:gs pos="0">
                  <a:srgbClr val="FFFFFF"/>
                </a:gs>
                <a:gs pos="100000">
                  <a:srgbClr val="FFFFFF"/>
                </a:gs>
              </a:gsLst>
              <a:lin ang="5400000" scaled="0"/>
            </a:gradFill>
          </a:defRPr>
        </a:defPPr>
      </a:lstStyle>
      <a:style>
        <a:lnRef idx="1">
          <a:schemeClr val="accent2"/>
        </a:lnRef>
        <a:fillRef idx="3">
          <a:schemeClr val="accent2"/>
        </a:fillRef>
        <a:effectRef idx="2">
          <a:schemeClr val="accent2"/>
        </a:effectRef>
        <a:fontRef idx="minor">
          <a:schemeClr val="lt1"/>
        </a:fontRef>
      </a:style>
    </a:spDef>
    <a:txDef>
      <a:spPr>
        <a:noFill/>
      </a:spPr>
      <a:bodyPr wrap="square" lIns="0" tIns="0" rIns="0" bIns="0" rtlCol="0">
        <a:spAutoFit/>
      </a:bodyPr>
      <a:lstStyle>
        <a:defPPr>
          <a:defRPr dirty="0" err="1" smtClean="0">
            <a:gradFill>
              <a:gsLst>
                <a:gs pos="417">
                  <a:srgbClr val="000000"/>
                </a:gs>
                <a:gs pos="100000">
                  <a:srgbClr val="000000"/>
                </a:gs>
              </a:gsLst>
              <a:lin ang="5400000" scaled="0"/>
            </a:gradFill>
          </a:defRPr>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TENA11_InteractiveDiscussion_WalkinTemplate_16x9_Final</Template>
  <TotalTime>812</TotalTime>
  <Words>1822</Words>
  <Application>Microsoft Office PowerPoint</Application>
  <PresentationFormat>Custom</PresentationFormat>
  <Paragraphs>269</Paragraphs>
  <Slides>32</Slides>
  <Notes>11</Notes>
  <HiddenSlides>0</HiddenSlides>
  <MMClips>0</MMClips>
  <ScaleCrop>false</ScaleCrop>
  <HeadingPairs>
    <vt:vector size="4" baseType="variant">
      <vt:variant>
        <vt:lpstr>Theme</vt:lpstr>
      </vt:variant>
      <vt:variant>
        <vt:i4>2</vt:i4>
      </vt:variant>
      <vt:variant>
        <vt:lpstr>Slide Titles</vt:lpstr>
      </vt:variant>
      <vt:variant>
        <vt:i4>32</vt:i4>
      </vt:variant>
    </vt:vector>
  </HeadingPairs>
  <TitlesOfParts>
    <vt:vector size="34" baseType="lpstr">
      <vt:lpstr>TENA11_InteractiveDiscussion_WalkinTemplate_16x9_Final</vt:lpstr>
      <vt:lpstr>White with Consolas font for code slides</vt:lpstr>
      <vt:lpstr>PowerPoint Presentation</vt:lpstr>
      <vt:lpstr>Would You, Could You with TFS DEV271-INT</vt:lpstr>
      <vt:lpstr>Richard Hundhausen</vt:lpstr>
      <vt:lpstr>Visual Studio Industry Partner Program</vt:lpstr>
      <vt:lpstr>Application Lifecycle Management</vt:lpstr>
      <vt:lpstr>ALM Using Team Foundation Server</vt:lpstr>
      <vt:lpstr>PowerPoint Presentation</vt:lpstr>
      <vt:lpstr>The Myths</vt:lpstr>
      <vt:lpstr>The Mythbusters</vt:lpstr>
      <vt:lpstr>Myth #1</vt:lpstr>
      <vt:lpstr>Urban Turtle</vt:lpstr>
      <vt:lpstr>Urban Turtle</vt:lpstr>
      <vt:lpstr>Urban Turtle</vt:lpstr>
      <vt:lpstr>Myth #2</vt:lpstr>
      <vt:lpstr>What is inteGREAT?</vt:lpstr>
      <vt:lpstr>Allows you to Integrate Your Knowledge</vt:lpstr>
      <vt:lpstr>Allows you to Repurpose Knowledge</vt:lpstr>
      <vt:lpstr>The inteGREAT Platform</vt:lpstr>
      <vt:lpstr>Myth #3</vt:lpstr>
      <vt:lpstr>What is TeamCompanion?</vt:lpstr>
      <vt:lpstr>TeamCompanion 4.0</vt:lpstr>
      <vt:lpstr>TeamCompanion 4.0</vt:lpstr>
      <vt:lpstr>TeamCompanion 4.0</vt:lpstr>
      <vt:lpstr>Myth #4</vt:lpstr>
      <vt:lpstr>Technologies</vt:lpstr>
      <vt:lpstr>Enterprise</vt:lpstr>
      <vt:lpstr>’s TFS Connector</vt:lpstr>
      <vt:lpstr>Myth #5</vt:lpstr>
      <vt:lpstr>InRelease</vt:lpstr>
      <vt:lpstr>Push, Pull or Automated – You Choose</vt:lpstr>
      <vt:lpstr>Summary: The Myths and The Mythbusters</vt:lpstr>
      <vt:lpstr>PowerPoint Presentation</vt:lpstr>
    </vt:vector>
  </TitlesOfParts>
  <Manager>&lt;Content Manager Name Here&gt;</Manager>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Microsoft TechEd North America 2011</dc:subject>
  <dc:creator>Richard</dc:creator>
  <dc:description>Template: Jordan Cayabyab
Formatting:
Event Date: May 16-19, 2011
Event Location: Atlanta
Audience Type:</dc:description>
  <cp:lastModifiedBy>Richard</cp:lastModifiedBy>
  <cp:revision>26</cp:revision>
  <cp:lastPrinted>2010-05-11T05:02:34Z</cp:lastPrinted>
  <dcterms:created xsi:type="dcterms:W3CDTF">2011-05-10T21:58:26Z</dcterms:created>
  <dcterms:modified xsi:type="dcterms:W3CDTF">2011-05-28T04:46:39Z</dcterms:modified>
</cp:coreProperties>
</file>